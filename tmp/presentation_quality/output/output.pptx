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sldIdLst>
    <p:sldId id="370" r:id="rId2"/>
    <p:sldId id="371" r:id="rId3"/>
    <p:sldId id="372" r:id="rId4"/>
    <p:sldId id="383" r:id="rId5"/>
    <p:sldId id="382" r:id="rId6"/>
    <p:sldId id="386" r:id="rId7"/>
    <p:sldId id="381" r:id="rId8"/>
    <p:sldId id="380" r:id="rId9"/>
    <p:sldId id="379" r:id="rId10"/>
    <p:sldId id="384" r:id="rId11"/>
    <p:sldId id="378" r:id="rId12"/>
    <p:sldId id="377" r:id="rId13"/>
    <p:sldId id="376" r:id="rId14"/>
    <p:sldId id="375" r:id="rId15"/>
    <p:sldId id="385" r:id="rId16"/>
  </p:sldIdLst>
  <p:sldSz cx="12191695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2693"/>
    <a:srgbClr val="303492"/>
    <a:srgbClr val="0000CC"/>
    <a:srgbClr val="F0FF5B"/>
    <a:srgbClr val="C25B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31" autoAdjust="0"/>
    <p:restoredTop sz="91176" autoAdjust="0"/>
  </p:normalViewPr>
  <p:slideViewPr>
    <p:cSldViewPr snapToGrid="0">
      <p:cViewPr varScale="1">
        <p:scale>
          <a:sx n="85" d="100"/>
          <a:sy n="85" d="100"/>
        </p:scale>
        <p:origin x="-821" y="-82"/>
      </p:cViewPr>
      <p:guideLst>
        <p:guide orient="horz" pos="2160"/>
        <p:guide pos="3840"/>
      </p:guideLst>
    </p:cSldViewPr>
  </p:slideViewPr>
  <p:notesTextViewPr>
    <p:cViewPr>
      <p:scale>
        <a:sx n="70" d="100"/>
        <a:sy n="7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8E9E5-2994-0341-8455-2B688C92E95E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4EDBB8-7987-7B40-9AFE-E516A5D28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138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4EDBB8-7987-7B40-9AFE-E516A5D285C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82720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7" name="Date Placeholder 3">
            <a:extLst>
              <a:ext uri="{FF2B5EF4-FFF2-40B4-BE49-F238E27FC236}">
                <a16:creationId xmlns="" xmlns:a16="http://schemas.microsoft.com/office/drawing/2014/main" id="{5FE05A88-1265-F799-8AFC-5C30860C27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811254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53086" y="365125"/>
            <a:ext cx="6280031" cy="1325563"/>
          </a:xfrm>
        </p:spPr>
        <p:txBody>
          <a:bodyPr>
            <a:normAutofit/>
          </a:bodyPr>
          <a:lstStyle>
            <a:lvl1pPr>
              <a:defRPr sz="4000" b="1"/>
            </a:lvl1pPr>
          </a:lstStyle>
          <a:p>
            <a:r>
              <a:rPr lang="en-US" dirty="0"/>
              <a:t>CLICK TO EDIT MASTER TITLE STYLE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03929"/>
            <a:ext cx="10515600" cy="387303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vi-V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4027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878541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  <a:endParaRPr lang="vi-V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7" name="Date Placeholder 3">
            <a:extLst>
              <a:ext uri="{FF2B5EF4-FFF2-40B4-BE49-F238E27FC236}">
                <a16:creationId xmlns="" xmlns:a16="http://schemas.microsoft.com/office/drawing/2014/main" id="{E7BEE52F-77BA-5078-BCEE-D6FFD80ECE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069763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8" name="Date Placeholder 3">
            <a:extLst>
              <a:ext uri="{FF2B5EF4-FFF2-40B4-BE49-F238E27FC236}">
                <a16:creationId xmlns="" xmlns:a16="http://schemas.microsoft.com/office/drawing/2014/main" id="{31AA48C2-430A-3D32-1061-5F6741DF8E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4234518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10" name="Date Placeholder 3">
            <a:extLst>
              <a:ext uri="{FF2B5EF4-FFF2-40B4-BE49-F238E27FC236}">
                <a16:creationId xmlns="" xmlns:a16="http://schemas.microsoft.com/office/drawing/2014/main" id="{46E79684-D115-C5EA-F2AC-BC3265508D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810738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6" name="Date Placeholder 3">
            <a:extLst>
              <a:ext uri="{FF2B5EF4-FFF2-40B4-BE49-F238E27FC236}">
                <a16:creationId xmlns="" xmlns:a16="http://schemas.microsoft.com/office/drawing/2014/main" id="{97CE13C6-A001-9A5B-A91C-FF0B67AD04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681081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5" name="Date Placeholder 3">
            <a:extLst>
              <a:ext uri="{FF2B5EF4-FFF2-40B4-BE49-F238E27FC236}">
                <a16:creationId xmlns="" xmlns:a16="http://schemas.microsoft.com/office/drawing/2014/main" id="{2C8DA68F-E7A9-5272-F50D-237B7E42D5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432413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8" name="Date Placeholder 3">
            <a:extLst>
              <a:ext uri="{FF2B5EF4-FFF2-40B4-BE49-F238E27FC236}">
                <a16:creationId xmlns="" xmlns:a16="http://schemas.microsoft.com/office/drawing/2014/main" id="{ED99E1C9-1027-D65E-36D2-449EE91EAA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044653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8" name="Date Placeholder 3">
            <a:extLst>
              <a:ext uri="{FF2B5EF4-FFF2-40B4-BE49-F238E27FC236}">
                <a16:creationId xmlns="" xmlns:a16="http://schemas.microsoft.com/office/drawing/2014/main" id="{E24CCEA7-948C-7933-5A40-0FE32DBB81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678018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7" name="Date Placeholder 3">
            <a:extLst>
              <a:ext uri="{FF2B5EF4-FFF2-40B4-BE49-F238E27FC236}">
                <a16:creationId xmlns="" xmlns:a16="http://schemas.microsoft.com/office/drawing/2014/main" id="{C4AD8CFA-EEE6-6B00-1BD6-54887768A0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46581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7" name="Date Placeholder 3">
            <a:extLst>
              <a:ext uri="{FF2B5EF4-FFF2-40B4-BE49-F238E27FC236}">
                <a16:creationId xmlns="" xmlns:a16="http://schemas.microsoft.com/office/drawing/2014/main" id="{B667740A-CC60-C460-CD7A-198AE6215B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542157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18581" y="329956"/>
            <a:ext cx="65920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vi-V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63968" y="2470637"/>
            <a:ext cx="9489831" cy="3706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vi-V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4">
            <a:alphaModFix amt="20000"/>
          </a:blip>
          <a:stretch>
            <a:fillRect/>
          </a:stretch>
        </p:blipFill>
        <p:spPr>
          <a:xfrm>
            <a:off x="8896289" y="968590"/>
            <a:ext cx="3165082" cy="49735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1087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Tahoma" panose="020B0604030504040204" pitchFamily="34" charset="0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Tahoma" panose="020B0604030504040204" pitchFamily="34" charset="0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Tahoma" panose="020B0604030504040204" pitchFamily="34" charset="0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Tahoma" panose="020B0604030504040204" pitchFamily="34" charset="0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Tahoma" panose="020B0604030504040204" pitchFamily="34" charset="0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jpg"/><Relationship Id="rId4" Type="http://schemas.openxmlformats.org/officeDocument/2006/relationships/image" Target="../media/image2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6492240"/>
            <a:ext cx="288036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Bộ môn Tin học kinh tế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23015" y="649224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1078992"/>
            <a:ext cx="740664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F4E79"/>
                </a:solidFill>
                <a:latin typeface="Times New Roman"/>
              </a:rPr>
              <a:t>BÁO CÁO ĐỒ ÁN TỐT NGHIỆP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783080"/>
            <a:ext cx="9372600" cy="10058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000"/>
                </a:solidFill>
                <a:latin typeface="Times New Roman"/>
              </a:rPr>
              <a:t>NGHIÊN CỨU VÀ PHÁT TRIỂN TRÒ CHƠI SINH TỒN 3D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749039"/>
            <a:ext cx="8503920" cy="1463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Sinh viên thực hiện: Thái Văn Hào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Mã sinh viên: 2121051075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Giáo viên hướng dẫn: Phạm Quang Hiển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Hà Nội, 5/2026</a:t>
            </a:r>
          </a:p>
        </p:txBody>
      </p:sp>
    </p:spTree>
    <p:extLst>
      <p:ext uri="{BB962C8B-B14F-4D97-AF65-F5344CB8AC3E}">
        <p14:creationId xmlns:p14="http://schemas.microsoft.com/office/powerpoint/2010/main" val="2461206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88920" y="658368"/>
            <a:ext cx="6217920" cy="8961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F4E79"/>
                </a:solidFill>
                <a:latin typeface="Times New Roman"/>
              </a:rPr>
              <a:t>Nội dung trình bày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92240"/>
            <a:ext cx="288036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Bộ môn Tin học kinh tế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23015" y="649224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920240"/>
            <a:ext cx="8412480" cy="3611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1. Lý do chọn đề tài, mục tiêu và phạm vi.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2. Công nghệ sử dụng và tổ chức project.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3. Các hệ thống gameplay đã hoàn thiện.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4. Giao diện, trải nghiệm và PlayFab.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5. Kiểm thử, kết quả, hạn chế và hướng phát triển.</a:t>
            </a:r>
          </a:p>
        </p:txBody>
      </p:sp>
    </p:spTree>
    <p:extLst>
      <p:ext uri="{BB962C8B-B14F-4D97-AF65-F5344CB8AC3E}">
        <p14:creationId xmlns:p14="http://schemas.microsoft.com/office/powerpoint/2010/main" val="3626447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88920" y="658368"/>
            <a:ext cx="6217920" cy="8961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F4E79"/>
                </a:solidFill>
                <a:latin typeface="Times New Roman"/>
              </a:rPr>
              <a:t>Lý do chọn đề tài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92240"/>
            <a:ext cx="288036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Bộ môn Tin học kinh tế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23015" y="649224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920240"/>
            <a:ext cx="8412480" cy="3611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- Game 3D giúp thể hiện rõ phần lập trình, UI và tổ chức hệ thống.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- Roguelike sinh tồn có vòng chơi ngắn, dễ demo và dễ đánh giá.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- Mục tiêu là tạo prototype chơi được, không chỉ dừng ở lý thuyết.</a:t>
            </a:r>
          </a:p>
        </p:txBody>
      </p:sp>
    </p:spTree>
    <p:extLst>
      <p:ext uri="{BB962C8B-B14F-4D97-AF65-F5344CB8AC3E}">
        <p14:creationId xmlns:p14="http://schemas.microsoft.com/office/powerpoint/2010/main" val="1363924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88920" y="658368"/>
            <a:ext cx="6217920" cy="8961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F4E79"/>
                </a:solidFill>
                <a:latin typeface="Times New Roman"/>
              </a:rPr>
              <a:t>Mục tiêu và phạm vi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92240"/>
            <a:ext cx="288036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Bộ môn Tin học kinh tế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23015" y="649224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920240"/>
            <a:ext cx="4335627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000"/>
                </a:solidFill>
                <a:latin typeface="Times New Roman"/>
              </a:rPr>
              <a:t>Mục tiêu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2331720"/>
            <a:ext cx="4335627" cy="3154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- Xây dựng prototype Roguelike sinh tồn 3D trên Unity.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- Hoàn thiện vòng chơi: chiến đấu, EXP, lên cấp, chọn buff, qua wave.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24547" y="1920240"/>
            <a:ext cx="4335627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000"/>
                </a:solidFill>
                <a:latin typeface="Times New Roman"/>
              </a:rPr>
              <a:t>Phạm vi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24547" y="2331720"/>
            <a:ext cx="4335627" cy="3154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- Tập trung vào core gameplay, UI và leaderboard.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- Chưa đi sâu vào cốt truyện, multiplayer, save/load hoàn chỉnh.</a:t>
            </a:r>
          </a:p>
        </p:txBody>
      </p:sp>
    </p:spTree>
    <p:extLst>
      <p:ext uri="{BB962C8B-B14F-4D97-AF65-F5344CB8AC3E}">
        <p14:creationId xmlns:p14="http://schemas.microsoft.com/office/powerpoint/2010/main" val="1934637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88920" y="658368"/>
            <a:ext cx="6217920" cy="8961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F4E79"/>
                </a:solidFill>
                <a:latin typeface="Times New Roman"/>
              </a:rPr>
              <a:t>Công nghệ sử dụng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92240"/>
            <a:ext cx="288036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Bộ môn Tin học kinh tế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23015" y="649224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920240"/>
            <a:ext cx="4335627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000"/>
                </a:solidFill>
                <a:latin typeface="Times New Roman"/>
              </a:rPr>
              <a:t>Công nghệ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2331720"/>
            <a:ext cx="4335627" cy="3154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- Unity, C#, MonoBehaviour.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- Input System, CharacterController.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- ScriptableObject, Object Pooling.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- PlayFab, Git/GitHub.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24547" y="1920240"/>
            <a:ext cx="4335627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000"/>
                </a:solidFill>
                <a:latin typeface="Times New Roman"/>
              </a:rPr>
              <a:t>Vai trò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24547" y="2331720"/>
            <a:ext cx="4335627" cy="3154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- Tổ chức gameplay runtime và giao diện.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- Tách cấu hình Player, Enemy, Wave, Buff.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- Kết nối định danh người chơi và leaderboard.</a:t>
            </a:r>
          </a:p>
        </p:txBody>
      </p:sp>
    </p:spTree>
    <p:extLst>
      <p:ext uri="{BB962C8B-B14F-4D97-AF65-F5344CB8AC3E}">
        <p14:creationId xmlns:p14="http://schemas.microsoft.com/office/powerpoint/2010/main" val="3640733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88920" y="658368"/>
            <a:ext cx="6217920" cy="8961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F4E79"/>
                </a:solidFill>
                <a:latin typeface="Times New Roman"/>
              </a:rPr>
              <a:t>Tổng quan gameplay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92240"/>
            <a:ext cx="288036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Bộ môn Tin học kinh tế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23015" y="649224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920240"/>
            <a:ext cx="3703320" cy="3429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- Điều khiển nhân vật trong môi trường 3D và sống sót qua nhiều wave.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- Tiêu diệt enemy để nhận EXP, lên cấp và chọn buff.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- Độ khó tăng dần, có boss wave và thay đổi theme map.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2148840"/>
            <a:ext cx="4754880" cy="3246120"/>
          </a:xfrm>
          <a:prstGeom prst="rect">
            <a:avLst/>
          </a:prstGeom>
          <a:solidFill>
            <a:srgbClr val="F5F7FA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1F4E79"/>
                </a:solidFill>
                <a:latin typeface="Times New Roman"/>
              </a:rPr>
              <a:t>Chèn hình gameplay tổng quan</a:t>
            </a:r>
          </a:p>
        </p:txBody>
      </p:sp>
    </p:spTree>
    <p:extLst>
      <p:ext uri="{BB962C8B-B14F-4D97-AF65-F5344CB8AC3E}">
        <p14:creationId xmlns:p14="http://schemas.microsoft.com/office/powerpoint/2010/main" val="3381826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88920" y="658368"/>
            <a:ext cx="6217920" cy="8961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F4E79"/>
                </a:solidFill>
                <a:latin typeface="Times New Roman"/>
              </a:rPr>
              <a:t>Những hệ thống đã hoàn thiện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92240"/>
            <a:ext cx="288036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Bộ môn Tin học kinh tế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23015" y="649224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920240"/>
            <a:ext cx="4335627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000"/>
                </a:solidFill>
                <a:latin typeface="Times New Roman"/>
              </a:rPr>
              <a:t>Gameplay chính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2331720"/>
            <a:ext cx="4335627" cy="3154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- Player: di chuyển, dash, tự động tấn công.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- Enemy, wave, boss wave và tăng độ khó.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- EXP, level-up và buff.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24547" y="1920240"/>
            <a:ext cx="4335627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000"/>
                </a:solidFill>
                <a:latin typeface="Times New Roman"/>
              </a:rPr>
              <a:t>Hỗ trợ trình diễn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24547" y="2331720"/>
            <a:ext cx="4335627" cy="3154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- HUD theo thời gian thực.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- Challenge, pause, settings.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- Định danh người chơi và leaderboard.</a:t>
            </a:r>
          </a:p>
        </p:txBody>
      </p:sp>
    </p:spTree>
    <p:extLst>
      <p:ext uri="{BB962C8B-B14F-4D97-AF65-F5344CB8AC3E}">
        <p14:creationId xmlns:p14="http://schemas.microsoft.com/office/powerpoint/2010/main" val="508487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88920" y="658368"/>
            <a:ext cx="6217920" cy="8961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F4E79"/>
                </a:solidFill>
                <a:latin typeface="Times New Roman"/>
              </a:rPr>
              <a:t>Tổ chức project và module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92240"/>
            <a:ext cx="288036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Bộ môn Tin học kinh tế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23015" y="649224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920240"/>
            <a:ext cx="4335627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000"/>
                </a:solidFill>
                <a:latin typeface="Times New Roman"/>
              </a:rPr>
              <a:t>Nhóm runtime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2331720"/>
            <a:ext cx="4335627" cy="3154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- PlayerController, PlayerAttack, PlayerHealth.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- Enemy, BossEnemy, Projectile.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- WaveSpawner, WaveConfig, EnemyConfig.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24547" y="1920240"/>
            <a:ext cx="4335627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000"/>
                </a:solidFill>
                <a:latin typeface="Times New Roman"/>
              </a:rPr>
              <a:t>Nhóm hỗ trợ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24547" y="2331720"/>
            <a:ext cx="4335627" cy="3154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- PlayerLevelSystem, BuffCardManager.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- GameUI, ChallengePanel, PauseMenuPanel.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- PlayFabLeaderboardManager và UI liên quan.</a:t>
            </a:r>
          </a:p>
        </p:txBody>
      </p:sp>
    </p:spTree>
    <p:extLst>
      <p:ext uri="{BB962C8B-B14F-4D97-AF65-F5344CB8AC3E}">
        <p14:creationId xmlns:p14="http://schemas.microsoft.com/office/powerpoint/2010/main" val="3539011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88920" y="658368"/>
            <a:ext cx="6217920" cy="8961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F4E79"/>
                </a:solidFill>
                <a:latin typeface="Times New Roman"/>
              </a:rPr>
              <a:t>Điều khiển và chiến đấu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92240"/>
            <a:ext cx="288036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Bộ môn Tin học kinh tế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23015" y="649224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920240"/>
            <a:ext cx="3703320" cy="3429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- Input System gửi lệnh đến PlayerController.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- CharacterController xử lý di chuyển, gravity và dash.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- PlayerAttack tự tìm mục tiêu gần nhất và bắn projectile.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2148840"/>
            <a:ext cx="4754880" cy="3246120"/>
          </a:xfrm>
          <a:prstGeom prst="rect">
            <a:avLst/>
          </a:prstGeom>
          <a:solidFill>
            <a:srgbClr val="F5F7FA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1F4E79"/>
                </a:solidFill>
                <a:latin typeface="Times New Roman"/>
              </a:rPr>
              <a:t>Chèn hình combat / điều khiển nhân vật</a:t>
            </a:r>
          </a:p>
        </p:txBody>
      </p:sp>
    </p:spTree>
    <p:extLst>
      <p:ext uri="{BB962C8B-B14F-4D97-AF65-F5344CB8AC3E}">
        <p14:creationId xmlns:p14="http://schemas.microsoft.com/office/powerpoint/2010/main" val="1802497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88920" y="658368"/>
            <a:ext cx="6217920" cy="8961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F4E79"/>
                </a:solidFill>
                <a:latin typeface="Times New Roman"/>
              </a:rPr>
              <a:t>Enemy, boss và wave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92240"/>
            <a:ext cx="288036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Bộ môn Tin học kinh tế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23015" y="649224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920240"/>
            <a:ext cx="3703320" cy="3429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- Có enemy cận chiến, bắn xa, bay và boss.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- WaveSpawner quản lý số lượng quái và thời điểm spawn.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- Độ khó tăng dần theo wave bằng cấu hình scale.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2148840"/>
            <a:ext cx="4754880" cy="3246120"/>
          </a:xfrm>
          <a:prstGeom prst="rect">
            <a:avLst/>
          </a:prstGeom>
          <a:solidFill>
            <a:srgbClr val="F5F7FA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1F4E79"/>
                </a:solidFill>
                <a:latin typeface="Times New Roman"/>
              </a:rPr>
              <a:t>Chèn hình enemy / boss wave</a:t>
            </a:r>
          </a:p>
        </p:txBody>
      </p:sp>
    </p:spTree>
    <p:extLst>
      <p:ext uri="{BB962C8B-B14F-4D97-AF65-F5344CB8AC3E}">
        <p14:creationId xmlns:p14="http://schemas.microsoft.com/office/powerpoint/2010/main" val="1703041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88920" y="658368"/>
            <a:ext cx="6217920" cy="8961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F4E79"/>
                </a:solidFill>
                <a:latin typeface="Times New Roman"/>
              </a:rPr>
              <a:t>EXP, level-up và buff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92240"/>
            <a:ext cx="288036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Bộ môn Tin học kinh tế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23015" y="649224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920240"/>
            <a:ext cx="3703320" cy="3429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- Enemy chết sẽ cộng EXP cho người chơi.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- Đủ ngưỡng sẽ tăng level và mở lựa chọn buff.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- Buff thay đổi chỉ số hoặc mở rộng khả năng chiến đấu.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2148840"/>
            <a:ext cx="4754880" cy="3246120"/>
          </a:xfrm>
          <a:prstGeom prst="rect">
            <a:avLst/>
          </a:prstGeom>
          <a:solidFill>
            <a:srgbClr val="F5F7FA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1F4E79"/>
                </a:solidFill>
                <a:latin typeface="Times New Roman"/>
              </a:rPr>
              <a:t>Chèn hình level-up / buff</a:t>
            </a:r>
          </a:p>
        </p:txBody>
      </p:sp>
    </p:spTree>
    <p:extLst>
      <p:ext uri="{BB962C8B-B14F-4D97-AF65-F5344CB8AC3E}">
        <p14:creationId xmlns:p14="http://schemas.microsoft.com/office/powerpoint/2010/main" val="3455670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88920" y="658368"/>
            <a:ext cx="6217920" cy="8961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F4E79"/>
                </a:solidFill>
                <a:latin typeface="Times New Roman"/>
              </a:rPr>
              <a:t>Giao diện và trải nghiệm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92240"/>
            <a:ext cx="288036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Bộ môn Tin học kinh tế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23015" y="649224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847088"/>
            <a:ext cx="841248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- Đây là nhóm hình nên dùng khi trình bày phần UI và trải nghiệm.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2606040"/>
            <a:ext cx="4160520" cy="2697480"/>
          </a:xfrm>
          <a:prstGeom prst="rect">
            <a:avLst/>
          </a:prstGeom>
          <a:solidFill>
            <a:srgbClr val="F5F7FA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1F4E79"/>
                </a:solidFill>
                <a:latin typeface="Times New Roman"/>
              </a:rPr>
              <a:t>Chèn hình Challenge / Pause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6520" y="2606040"/>
            <a:ext cx="4160520" cy="2697480"/>
          </a:xfrm>
          <a:prstGeom prst="rect">
            <a:avLst/>
          </a:prstGeom>
          <a:solidFill>
            <a:srgbClr val="F5F7FA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1F4E79"/>
                </a:solidFill>
                <a:latin typeface="Times New Roman"/>
              </a:rPr>
              <a:t>Chèn hình Theme map / HUD</a:t>
            </a:r>
          </a:p>
        </p:txBody>
      </p:sp>
    </p:spTree>
    <p:extLst>
      <p:ext uri="{BB962C8B-B14F-4D97-AF65-F5344CB8AC3E}">
        <p14:creationId xmlns:p14="http://schemas.microsoft.com/office/powerpoint/2010/main" val="3831616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88920" y="658368"/>
            <a:ext cx="6217920" cy="8961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F4E79"/>
                </a:solidFill>
                <a:latin typeface="Times New Roman"/>
              </a:rPr>
              <a:t>PlayFab và leaderboard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92240"/>
            <a:ext cx="288036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Bộ môn Tin học kinh tế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23015" y="649224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847088"/>
            <a:ext cx="841248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- Đăng nhập bằng Custom ID, nhập Display Name khi cần.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- Điểm cuối trận được gửi lên HighScore và hiển thị lại trên UI.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2606040"/>
            <a:ext cx="4160520" cy="2697480"/>
          </a:xfrm>
          <a:prstGeom prst="rect">
            <a:avLst/>
          </a:prstGeom>
          <a:solidFill>
            <a:srgbClr val="F5F7FA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1F4E79"/>
                </a:solidFill>
                <a:latin typeface="Times New Roman"/>
              </a:rPr>
              <a:t>Chèn hình Nhập tên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6520" y="2606040"/>
            <a:ext cx="4160520" cy="2697480"/>
          </a:xfrm>
          <a:prstGeom prst="rect">
            <a:avLst/>
          </a:prstGeom>
          <a:solidFill>
            <a:srgbClr val="F5F7FA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1F4E79"/>
                </a:solidFill>
                <a:latin typeface="Times New Roman"/>
              </a:rPr>
              <a:t>Chèn hình Leaderboard</a:t>
            </a:r>
          </a:p>
        </p:txBody>
      </p:sp>
    </p:spTree>
    <p:extLst>
      <p:ext uri="{BB962C8B-B14F-4D97-AF65-F5344CB8AC3E}">
        <p14:creationId xmlns:p14="http://schemas.microsoft.com/office/powerpoint/2010/main" val="3805870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88920" y="658368"/>
            <a:ext cx="6217920" cy="8961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F4E79"/>
                </a:solidFill>
                <a:latin typeface="Times New Roman"/>
              </a:rPr>
              <a:t>Kiểm thử, kết quả, hạn chế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92240"/>
            <a:ext cx="288036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Bộ môn Tin học kinh tế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23015" y="649224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920240"/>
            <a:ext cx="8412480" cy="3611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Kiểm thử: Di chuyển, dash, combat, wave, level-up, HUD, pause, leaderboard.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Kết quả: Đã có prototype Roguelike 3D chạy được với vòng chơi hoàn chỉnh.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Hạn chế: Nội dung gameplay còn ít, cần cân bằng và tối ưu thêm.</a:t>
            </a:r>
          </a:p>
        </p:txBody>
      </p:sp>
    </p:spTree>
    <p:extLst>
      <p:ext uri="{BB962C8B-B14F-4D97-AF65-F5344CB8AC3E}">
        <p14:creationId xmlns:p14="http://schemas.microsoft.com/office/powerpoint/2010/main" val="2091549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88920" y="658368"/>
            <a:ext cx="6217920" cy="8961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F4E79"/>
                </a:solidFill>
                <a:latin typeface="Times New Roman"/>
              </a:rPr>
              <a:t>Kết luận và phát triển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92240"/>
            <a:ext cx="288036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Bộ môn Tin học kinh tế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23015" y="649224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874519"/>
            <a:ext cx="8321040" cy="1828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- Mở rộng buff, enemy, boss và theme map.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- Hoàn thiện Main Menu, UI/UX và hiệu ứng.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- Bổ sung thống kê và tối ưu hiệu năng cho bản demo.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663440"/>
            <a:ext cx="1010412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F4E79"/>
                </a:solidFill>
                <a:latin typeface="Times New Roman"/>
              </a:rPr>
              <a:t>Xin cảm ơn thầy cô đã lắng nghe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212080"/>
            <a:ext cx="101041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Thái Văn Hào - 2121051075</a:t>
            </a:r>
          </a:p>
        </p:txBody>
      </p:sp>
    </p:spTree>
    <p:extLst>
      <p:ext uri="{BB962C8B-B14F-4D97-AF65-F5344CB8AC3E}">
        <p14:creationId xmlns:p14="http://schemas.microsoft.com/office/powerpoint/2010/main" val="668409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819</TotalTime>
  <Words>976</Words>
  <Application>Microsoft Office PowerPoint</Application>
  <PresentationFormat>Custom</PresentationFormat>
  <Paragraphs>125</Paragraphs>
  <Slides>15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BÁO CÁO ĐỒ ÁN TỐT NGHIỆP</vt:lpstr>
      <vt:lpstr>Nội Dung Trình Bày</vt:lpstr>
      <vt:lpstr>Lý do chọn đề tài</vt:lpstr>
      <vt:lpstr>Mục tiêu và phạm vi</vt:lpstr>
      <vt:lpstr>Công nghệ sử dụng</vt:lpstr>
      <vt:lpstr>Thiết kế đồ họa game</vt:lpstr>
      <vt:lpstr>Vòng lặp gameplay tổng quát</vt:lpstr>
      <vt:lpstr>Thiết kế hệ thống chính </vt:lpstr>
      <vt:lpstr>Các chức năng đã cài đặt</vt:lpstr>
      <vt:lpstr>PowerPoint Presentation</vt:lpstr>
      <vt:lpstr>Tiến trình nhiệm vụ theo ngày</vt:lpstr>
      <vt:lpstr>Kiểm thử và kết quả</vt:lpstr>
      <vt:lpstr> Đánh giá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CÔNG NGHỆ THÔN TIN ĐỊA HỌC ĐẠI CƯƠNG</dc:title>
  <dc:creator>Nguyen Hoang Long</dc:creator>
  <cp:lastModifiedBy>phuonglieu89@outlook.com</cp:lastModifiedBy>
  <cp:revision>214</cp:revision>
  <dcterms:created xsi:type="dcterms:W3CDTF">2020-12-14T15:14:04Z</dcterms:created>
  <dcterms:modified xsi:type="dcterms:W3CDTF">2026-05-26T14:03:58Z</dcterms:modified>
</cp:coreProperties>
</file>