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  <p:sldId id="387" r:id="rId22"/>
    <p:sldId id="388" r:id="rId23"/>
    <p:sldId id="389" r:id="rId24"/>
    <p:sldId id="390" r:id="rId25"/>
    <p:sldId id="391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85" d="100"/>
          <a:sy n="85" d="100"/>
        </p:scale>
        <p:origin x="-821" y="-8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=""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976</Words>
  <Application>Microsoft Office PowerPoint</Application>
  <PresentationFormat>Custom</PresentationFormat>
  <Paragraphs>125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BÁO CÁO ĐỒ ÁN TỐT NGHIỆP</vt:lpstr>
      <vt:lpstr>Nội Dung Trình Bày</vt:lpstr>
      <vt:lpstr>Lý do chọn đề tài</vt:lpstr>
      <vt:lpstr>Mục tiêu và phạm vi</vt:lpstr>
      <vt:lpstr>Công nghệ sử dụng</vt:lpstr>
      <vt:lpstr>Thiết kế đồ họa game</vt:lpstr>
      <vt:lpstr>Vòng lặp gameplay tổng quát</vt:lpstr>
      <vt:lpstr>Thiết kế hệ thống chính </vt:lpstr>
      <vt:lpstr>Các chức năng đã cài đặt</vt:lpstr>
      <vt:lpstr>PowerPoint Presentation</vt:lpstr>
      <vt:lpstr>Tiến trình nhiệm vụ theo ngày</vt:lpstr>
      <vt:lpstr>Kiểm thử và kết quả</vt:lpstr>
      <vt:lpstr> Đánh giá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phuonglieu89@outlook.com</cp:lastModifiedBy>
  <cp:revision>214</cp:revision>
  <dcterms:created xsi:type="dcterms:W3CDTF">2020-12-14T15:14:04Z</dcterms:created>
  <dcterms:modified xsi:type="dcterms:W3CDTF">2026-05-26T14:03:58Z</dcterms:modified>
</cp:coreProperties>
</file>