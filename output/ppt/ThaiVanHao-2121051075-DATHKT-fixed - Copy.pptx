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370" r:id="rId2"/>
    <p:sldId id="371" r:id="rId3"/>
    <p:sldId id="372" r:id="rId4"/>
    <p:sldId id="383" r:id="rId5"/>
    <p:sldId id="382" r:id="rId6"/>
    <p:sldId id="386" r:id="rId7"/>
    <p:sldId id="389" r:id="rId8"/>
    <p:sldId id="381" r:id="rId9"/>
    <p:sldId id="380" r:id="rId10"/>
    <p:sldId id="379" r:id="rId11"/>
    <p:sldId id="384" r:id="rId12"/>
    <p:sldId id="378" r:id="rId13"/>
    <p:sldId id="390" r:id="rId14"/>
    <p:sldId id="391" r:id="rId15"/>
    <p:sldId id="376" r:id="rId16"/>
    <p:sldId id="375" r:id="rId17"/>
    <p:sldId id="385" r:id="rId18"/>
    <p:sldId id="387" r:id="rId19"/>
    <p:sldId id="388" r:id="rId2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91176" autoAdjust="0"/>
  </p:normalViewPr>
  <p:slideViewPr>
    <p:cSldViewPr snapToGrid="0">
      <p:cViewPr varScale="1">
        <p:scale>
          <a:sx n="101" d="100"/>
          <a:sy n="101" d="100"/>
        </p:scale>
        <p:origin x="1278" y="10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6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1121678"/>
            <a:ext cx="7315200" cy="58137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2560" y="2926080"/>
            <a:ext cx="932688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5480" y="4389120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Sinh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viên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: Thái Văn Hào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5480" y="4773168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000000"/>
                </a:solidFill>
                <a:latin typeface="Times New Roman"/>
              </a:rPr>
              <a:t>Mã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sinh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viên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: 2121051075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5480" y="5157216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000000"/>
                </a:solidFill>
                <a:latin typeface="Times New Roman"/>
              </a:rPr>
              <a:t>Giáo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viên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hướng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dẫn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: Phạm Quang Hiển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anim-appear-10-agenda-1"/>
          <p:cNvSpPr txBox="1"/>
          <p:nvPr/>
        </p:nvSpPr>
        <p:spPr>
          <a:xfrm>
            <a:off x="2148840" y="2364105"/>
            <a:ext cx="891700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1. GIỚI THIỆU ĐỀ TÀI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2. LÝ THUYẾT VÀ CÔNG NGHỆ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3. PHÂN TÍCH HỆ THỐNG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4. QUY TRÌNH THỰC HIỆN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5. GIAO DIỆN VÀ TRẢI NGHIỆM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6. KẾT LUẬN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3915" y="2696784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Lý do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: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anim-appear-10-line-1"/>
          <p:cNvSpPr txBox="1"/>
          <p:nvPr/>
        </p:nvSpPr>
        <p:spPr>
          <a:xfrm>
            <a:off x="843915" y="3429000"/>
            <a:ext cx="10058400" cy="16936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roguelike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sinh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tồn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hấp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dẫn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nhịp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nhanh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giá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trị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cao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</a:t>
            </a:r>
            <a:r>
              <a:rPr sz="2000" b="0" dirty="0" err="1">
                <a:latin typeface="Times New Roman"/>
              </a:rPr>
              <a:t>Đề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tài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phù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hợp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để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áp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dụng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những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kiến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thức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về</a:t>
            </a:r>
            <a:r>
              <a:rPr sz="2000" b="0" dirty="0">
                <a:latin typeface="Times New Roman"/>
              </a:rPr>
              <a:t> Unity, C#, </a:t>
            </a:r>
            <a:r>
              <a:rPr lang="en-US" sz="2000" b="0" dirty="0">
                <a:latin typeface="Times New Roman"/>
              </a:rPr>
              <a:t>gameplay</a:t>
            </a:r>
            <a:r>
              <a:rPr sz="2000" b="0" dirty="0">
                <a:latin typeface="Times New Roman"/>
              </a:rPr>
              <a:t>, </a:t>
            </a:r>
            <a:r>
              <a:rPr lang="en-US" sz="2000" b="0" dirty="0">
                <a:latin typeface="Times New Roman"/>
              </a:rPr>
              <a:t>UI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lang="en-US" sz="2000" b="0" dirty="0">
                <a:latin typeface="Times New Roman"/>
              </a:rPr>
              <a:t>backend</a:t>
            </a:r>
            <a:r>
              <a:rPr sz="2000" b="0" dirty="0"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Roguelike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vòng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ngắn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dễ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demo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dễ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giá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tiềm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mở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rộng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thành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game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hoàn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hơn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tương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lai.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39" y="2623251"/>
            <a:ext cx="513572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Mục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tiêu</a:t>
            </a:r>
            <a:endParaRPr lang="en-US"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24446" y="2623251"/>
            <a:ext cx="513572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Phạm vi</a:t>
            </a:r>
          </a:p>
        </p:txBody>
      </p:sp>
      <p:sp>
        <p:nvSpPr>
          <p:cNvPr id="5" name="anim-appear-10-line-1"/>
          <p:cNvSpPr txBox="1"/>
          <p:nvPr/>
        </p:nvSpPr>
        <p:spPr>
          <a:xfrm>
            <a:off x="777239" y="3352039"/>
            <a:ext cx="5318761" cy="18885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Xây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dựng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game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sinh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tồn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3D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Unity.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Hoàn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gameplay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từ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di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nâng cấp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đợt quái.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</a:t>
            </a:r>
            <a:r>
              <a:rPr sz="2000" b="0" dirty="0" err="1">
                <a:latin typeface="Times New Roman"/>
              </a:rPr>
              <a:t>Xây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dựng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giao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diện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bảng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xếp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hạng</a:t>
            </a:r>
            <a:r>
              <a:rPr sz="2000" b="0" dirty="0">
                <a:latin typeface="Times New Roman"/>
              </a:rPr>
              <a:t>, </a:t>
            </a:r>
            <a:r>
              <a:rPr sz="2000" b="0" dirty="0" err="1">
                <a:latin typeface="Times New Roman"/>
              </a:rPr>
              <a:t>hướng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tới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một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trò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chơi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hoàn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chỉnh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có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thể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tiếp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tục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phát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triển</a:t>
            </a:r>
            <a:r>
              <a:rPr sz="2000" b="0" dirty="0">
                <a:latin typeface="Times New Roman"/>
              </a:rPr>
              <a:t>.</a:t>
            </a:r>
          </a:p>
        </p:txBody>
      </p:sp>
      <p:sp>
        <p:nvSpPr>
          <p:cNvPr id="7" name="anim-appear-40-line-1"/>
          <p:cNvSpPr txBox="1"/>
          <p:nvPr/>
        </p:nvSpPr>
        <p:spPr>
          <a:xfrm>
            <a:off x="6324446" y="3352039"/>
            <a:ext cx="5135727" cy="285802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Tập trung xây dựng các chức năng chính: nhân vật, quái, đợt quái, nâng cấp, giao diện trong trận và bảng xếp hạng.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vi-VN" sz="2000" dirty="0">
                <a:solidFill>
                  <a:srgbClr val="000000"/>
                </a:solidFill>
                <a:latin typeface="Times New Roman"/>
              </a:rPr>
              <a:t>Phát triển trò chơi ở mức có thể chơi được, có vòng chơi rõ ràng từ bắt đầu trận, chiến đấu, lên cấp đến kết thúc và lưu điểm.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Sản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phẩm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game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cơ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thêm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sau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này</a:t>
            </a:r>
            <a:endParaRPr sz="2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26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CÔNG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NGHỆ</a:t>
            </a:r>
          </a:p>
        </p:txBody>
      </p:sp>
      <p:sp>
        <p:nvSpPr>
          <p:cNvPr id="6" name="anim-appear-20-line-1"/>
          <p:cNvSpPr txBox="1"/>
          <p:nvPr/>
        </p:nvSpPr>
        <p:spPr>
          <a:xfrm>
            <a:off x="710565" y="2380392"/>
            <a:ext cx="6217920" cy="40819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Tổng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quan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gameplay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Góc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nhìn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tổng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quan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từ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xuống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Nhân vật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di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né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tránh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tấn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kẻ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thù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Khi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tiêu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diệt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quái,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nâng cấp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sức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mạnh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dần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quái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thay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từng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đợt quái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boss ở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mốc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quan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trọng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giao diện thông tin trong trận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trải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dõi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quả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quá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điểm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endParaRPr sz="20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anim-fade-10-media" descr="doc_image_35.png">
            <a:extLst>
              <a:ext uri="{FF2B5EF4-FFF2-40B4-BE49-F238E27FC236}">
                <a16:creationId xmlns:a16="http://schemas.microsoft.com/office/drawing/2014/main" id="{E4B24DE5-DC49-B121-92A4-6B3B1F65A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558" y="2380392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265" y="559731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788" y="2570695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Unity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788" y="3998451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latin typeface="Times New Roman"/>
              </a:rPr>
              <a:t>Dựng</a:t>
            </a:r>
            <a:r>
              <a:rPr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cảnh</a:t>
            </a:r>
            <a:r>
              <a:rPr sz="2000" b="0" dirty="0">
                <a:latin typeface="Times New Roman"/>
              </a:rPr>
              <a:t>, </a:t>
            </a:r>
            <a:r>
              <a:rPr lang="vi-VN" sz="2000" b="0" dirty="0">
                <a:latin typeface="Times New Roman"/>
              </a:rPr>
              <a:t>gameplay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giao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diện</a:t>
            </a:r>
            <a:r>
              <a:rPr sz="2000" b="0" dirty="0">
                <a:latin typeface="Times New Roman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2250" y="2575973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C#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250" y="4052023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Ngôn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ngữ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lập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3962" y="4833835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00000"/>
                </a:solidFill>
                <a:latin typeface="Times New Roman"/>
              </a:rPr>
              <a:t>PlayFab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2250" y="6141957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Lưu bảng xếp hạng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đồng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bộ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9DB44E-E506-E3C3-5782-DB4BFC7990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36" y="5152156"/>
            <a:ext cx="2787838" cy="1036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530E90-8EEC-44A9-448F-317312F26B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694" y="3050903"/>
            <a:ext cx="936000" cy="936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9C11FA-A222-D975-0433-6F7169B3B0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093" y="2961000"/>
            <a:ext cx="2543694" cy="936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F0CD74-BCC6-E049-1E16-B875943453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171" y="5163549"/>
            <a:ext cx="936000" cy="936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5B1AFBB-DC89-72EB-648B-E0E657116E49}"/>
              </a:ext>
            </a:extLst>
          </p:cNvPr>
          <p:cNvSpPr txBox="1"/>
          <p:nvPr/>
        </p:nvSpPr>
        <p:spPr>
          <a:xfrm>
            <a:off x="251383" y="4757368"/>
            <a:ext cx="6096000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Visual Studio 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5358D3-ED00-9675-5E4A-478EE96FC231}"/>
              </a:ext>
            </a:extLst>
          </p:cNvPr>
          <p:cNvSpPr txBox="1"/>
          <p:nvPr/>
        </p:nvSpPr>
        <p:spPr>
          <a:xfrm>
            <a:off x="646024" y="6168329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latin typeface="Times New Roman"/>
              </a:rPr>
              <a:t>Môi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trường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lập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trình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chỉnh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sửa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mã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nguồn</a:t>
            </a:r>
            <a:r>
              <a:rPr sz="2000" b="0" dirty="0">
                <a:latin typeface="Times New Roman"/>
              </a:rPr>
              <a:t>.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ACF92-55FD-891B-6034-76DCF719D77D}"/>
              </a:ext>
            </a:extLst>
          </p:cNvPr>
          <p:cNvSpPr txBox="1"/>
          <p:nvPr/>
        </p:nvSpPr>
        <p:spPr>
          <a:xfrm>
            <a:off x="2963799" y="1919371"/>
            <a:ext cx="6096000" cy="515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latin typeface="Times New Roman"/>
              </a:rPr>
              <a:t>Công </a:t>
            </a:r>
            <a:r>
              <a:rPr lang="en-US" sz="2800" b="1" dirty="0" err="1">
                <a:latin typeface="Times New Roman"/>
              </a:rPr>
              <a:t>cụ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hỗ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trợ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phát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triển</a:t>
            </a:r>
            <a:endParaRPr lang="en-US" sz="2800" b="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E2FC-AC95-73B2-DF77-2BDCF2CD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D16223-29FF-5DC1-07FE-85192E2F55FE}"/>
              </a:ext>
            </a:extLst>
          </p:cNvPr>
          <p:cNvSpPr txBox="1"/>
          <p:nvPr/>
        </p:nvSpPr>
        <p:spPr>
          <a:xfrm>
            <a:off x="2120265" y="559731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
CÔNG NGHỆ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D06D57-6E4E-E276-7C4F-B25E7FF39FE8}"/>
              </a:ext>
            </a:extLst>
          </p:cNvPr>
          <p:cNvSpPr txBox="1"/>
          <p:nvPr/>
        </p:nvSpPr>
        <p:spPr>
          <a:xfrm>
            <a:off x="848412" y="2585021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Times New Roman"/>
              </a:rPr>
              <a:t>Git/GitHub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21AF4-608F-B3DA-6823-81A93B203B56}"/>
              </a:ext>
            </a:extLst>
          </p:cNvPr>
          <p:cNvSpPr txBox="1"/>
          <p:nvPr/>
        </p:nvSpPr>
        <p:spPr>
          <a:xfrm>
            <a:off x="866699" y="3964593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latin typeface="Times New Roman"/>
              </a:rPr>
              <a:t>Quản </a:t>
            </a:r>
            <a:r>
              <a:rPr sz="2000" b="0" dirty="0" err="1">
                <a:latin typeface="Times New Roman"/>
              </a:rPr>
              <a:t>lý</a:t>
            </a:r>
            <a:r>
              <a:rPr sz="2000" b="0" dirty="0">
                <a:latin typeface="Times New Roman"/>
              </a:rPr>
              <a:t>, </a:t>
            </a:r>
            <a:r>
              <a:rPr lang="en-US" sz="2000" dirty="0" err="1">
                <a:latin typeface="Times New Roman"/>
              </a:rPr>
              <a:t>theo</a:t>
            </a:r>
            <a:r>
              <a:rPr lang="en-US" sz="2000" dirty="0">
                <a:latin typeface="Times New Roman"/>
              </a:rPr>
              <a:t> </a:t>
            </a:r>
            <a:r>
              <a:rPr lang="en-US" sz="2000" dirty="0" err="1">
                <a:latin typeface="Times New Roman"/>
              </a:rPr>
              <a:t>dõi</a:t>
            </a:r>
            <a:r>
              <a:rPr lang="en-US" sz="2000" dirty="0">
                <a:latin typeface="Times New Roman"/>
              </a:rPr>
              <a:t> </a:t>
            </a:r>
            <a:r>
              <a:rPr lang="en-US" sz="2000" dirty="0" err="1">
                <a:latin typeface="Times New Roman"/>
              </a:rPr>
              <a:t>và</a:t>
            </a:r>
            <a:r>
              <a:rPr lang="en-US" sz="200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lưu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trữ</a:t>
            </a:r>
            <a:r>
              <a:rPr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dự</a:t>
            </a:r>
            <a:r>
              <a:rPr lang="en-US"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án</a:t>
            </a:r>
            <a:r>
              <a:rPr sz="2000" b="0" dirty="0">
                <a:latin typeface="Times New Roman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1F79F-02DB-49C2-FAAC-B0C4A802ADB0}"/>
              </a:ext>
            </a:extLst>
          </p:cNvPr>
          <p:cNvSpPr txBox="1"/>
          <p:nvPr/>
        </p:nvSpPr>
        <p:spPr>
          <a:xfrm>
            <a:off x="6405068" y="2610082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latin typeface="Times New Roman"/>
              </a:rPr>
              <a:t>Sketchfab</a:t>
            </a:r>
            <a:endParaRPr sz="2000" b="1" dirty="0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37964-AFC9-FDC0-ABE8-31D533CE3304}"/>
              </a:ext>
            </a:extLst>
          </p:cNvPr>
          <p:cNvSpPr txBox="1"/>
          <p:nvPr/>
        </p:nvSpPr>
        <p:spPr>
          <a:xfrm>
            <a:off x="6441644" y="3947857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latin typeface="Times New Roman"/>
              </a:rPr>
              <a:t>Tham </a:t>
            </a:r>
            <a:r>
              <a:rPr sz="2000" b="0" dirty="0" err="1">
                <a:latin typeface="Times New Roman"/>
              </a:rPr>
              <a:t>khảo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lấy</a:t>
            </a:r>
            <a:r>
              <a:rPr sz="2000" b="0" dirty="0">
                <a:latin typeface="Times New Roman"/>
              </a:rPr>
              <a:t> mô hình</a:t>
            </a:r>
            <a:r>
              <a:rPr lang="en-US" sz="2000" b="0" dirty="0">
                <a:latin typeface="Times New Roman"/>
              </a:rPr>
              <a:t> 3D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7D2E4-00CB-7276-075C-3CDDF35063D0}"/>
              </a:ext>
            </a:extLst>
          </p:cNvPr>
          <p:cNvSpPr txBox="1"/>
          <p:nvPr/>
        </p:nvSpPr>
        <p:spPr>
          <a:xfrm>
            <a:off x="6405068" y="4766511"/>
            <a:ext cx="5158587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Times New Roman"/>
              </a:rPr>
              <a:t>Blender</a:t>
            </a:r>
            <a:endParaRPr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276825-3374-870E-35AE-7948BB8D833A}"/>
              </a:ext>
            </a:extLst>
          </p:cNvPr>
          <p:cNvSpPr txBox="1"/>
          <p:nvPr/>
        </p:nvSpPr>
        <p:spPr>
          <a:xfrm>
            <a:off x="6423356" y="6064959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latin typeface="Times New Roman"/>
              </a:rPr>
              <a:t>Chỉnh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sửa</a:t>
            </a:r>
            <a:r>
              <a:rPr sz="2000" b="0" dirty="0">
                <a:latin typeface="Times New Roman"/>
              </a:rPr>
              <a:t> mô hình</a:t>
            </a:r>
            <a:r>
              <a:rPr lang="en-US" sz="2000" b="0" dirty="0">
                <a:latin typeface="Times New Roman"/>
              </a:rPr>
              <a:t> 3D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làm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hoạt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ảnh</a:t>
            </a:r>
            <a:endParaRPr sz="2000" b="0" dirty="0">
              <a:latin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9CD4E3-10F2-01B6-C2B6-23AD00F1325B}"/>
              </a:ext>
            </a:extLst>
          </p:cNvPr>
          <p:cNvSpPr txBox="1"/>
          <p:nvPr/>
        </p:nvSpPr>
        <p:spPr>
          <a:xfrm>
            <a:off x="402489" y="4680370"/>
            <a:ext cx="6096000" cy="3947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Times New Roman"/>
              </a:rPr>
              <a:t>Photoshop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35D792-316E-05EB-6E99-54E066A14BA3}"/>
              </a:ext>
            </a:extLst>
          </p:cNvPr>
          <p:cNvSpPr txBox="1"/>
          <p:nvPr/>
        </p:nvSpPr>
        <p:spPr>
          <a:xfrm>
            <a:off x="797130" y="6091331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latin typeface="Times New Roman"/>
              </a:rPr>
              <a:t>Chỉnh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sửa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hình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ảnh</a:t>
            </a:r>
            <a:r>
              <a:rPr lang="en-US" sz="2000" b="0" dirty="0">
                <a:latin typeface="Times New Roman"/>
              </a:rPr>
              <a:t>, </a:t>
            </a:r>
            <a:r>
              <a:rPr lang="en-US" sz="2000" b="0" dirty="0" err="1">
                <a:latin typeface="Times New Roman"/>
              </a:rPr>
              <a:t>giao</a:t>
            </a:r>
            <a:r>
              <a:rPr lang="en-US"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diện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AB85318-5054-5BC2-5490-6D0C46E7AC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887" y="2846298"/>
            <a:ext cx="3637636" cy="93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6DC76A-3F2B-669A-A922-5B0BBF909D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519" y="3069000"/>
            <a:ext cx="3478260" cy="72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392EE04-D070-62F9-F1F8-2A459C03F4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994" y="5110131"/>
            <a:ext cx="1080000" cy="108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20BF63D-AA5D-1C37-3221-0A8425A71E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361" y="5127460"/>
            <a:ext cx="1224000" cy="1080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6B33B98-C2A4-56D8-29EE-AEF07B901182}"/>
              </a:ext>
            </a:extLst>
          </p:cNvPr>
          <p:cNvSpPr txBox="1"/>
          <p:nvPr/>
        </p:nvSpPr>
        <p:spPr>
          <a:xfrm>
            <a:off x="2906649" y="1926509"/>
            <a:ext cx="6096000" cy="515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latin typeface="Times New Roman"/>
              </a:rPr>
              <a:t>Công </a:t>
            </a:r>
            <a:r>
              <a:rPr lang="en-US" sz="2800" b="1" dirty="0" err="1">
                <a:latin typeface="Times New Roman"/>
              </a:rPr>
              <a:t>cụ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hỗ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trợ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phát</a:t>
            </a:r>
            <a:r>
              <a:rPr lang="en-US" sz="2800" b="1" dirty="0">
                <a:latin typeface="Times New Roman"/>
              </a:rPr>
              <a:t> </a:t>
            </a:r>
            <a:r>
              <a:rPr lang="en-US" sz="2800" b="1" dirty="0" err="1">
                <a:latin typeface="Times New Roman"/>
              </a:rPr>
              <a:t>triển</a:t>
            </a:r>
            <a:endParaRPr lang="en-US" sz="2800" b="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697394"/>
      </p:ext>
    </p:extLst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3913" y="2691715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anim-appear-10-line-1"/>
          <p:cNvSpPr txBox="1"/>
          <p:nvPr/>
        </p:nvSpPr>
        <p:spPr>
          <a:xfrm>
            <a:off x="843913" y="3233547"/>
            <a:ext cx="5135727" cy="233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Gameplay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Định </a:t>
            </a:r>
            <a:r>
              <a:rPr sz="2000" b="0" dirty="0" err="1">
                <a:latin typeface="Times New Roman"/>
              </a:rPr>
              <a:t>danh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người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chơi</a:t>
            </a:r>
            <a:r>
              <a:rPr sz="2000" b="0" dirty="0"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vật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tấn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kẻ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thù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vượt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qua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đợt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nâng cấp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map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91121" y="3233547"/>
            <a:ext cx="5135727" cy="233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Giao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hệ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thống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dirty="0" err="1">
                <a:solidFill>
                  <a:srgbClr val="000000"/>
                </a:solidFill>
                <a:latin typeface="Times New Roman"/>
              </a:rPr>
              <a:t>trợ</a:t>
            </a: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Hiển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giao diện thông tin trong trận, menu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tạm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dừng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cài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đặt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loading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Nhập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nối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thành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vòng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hoàn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chỉnh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4532" y="2641158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 err="1">
                <a:latin typeface="Times New Roman"/>
              </a:rPr>
              <a:t>Tổ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chức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mã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nguồn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và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nhóm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chức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năng</a:t>
            </a:r>
            <a:endParaRPr sz="2400" b="1" dirty="0">
              <a:latin typeface="Times New Roman"/>
            </a:endParaRPr>
          </a:p>
        </p:txBody>
      </p:sp>
      <p:sp>
        <p:nvSpPr>
          <p:cNvPr id="6" name="anim-appear-10-line-1"/>
          <p:cNvSpPr txBox="1"/>
          <p:nvPr/>
        </p:nvSpPr>
        <p:spPr>
          <a:xfrm>
            <a:off x="754532" y="3262122"/>
            <a:ext cx="5135727" cy="27913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gameplay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Xử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vật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Quản </a:t>
            </a:r>
            <a:r>
              <a:rPr sz="2000" b="0" dirty="0" err="1">
                <a:latin typeface="Times New Roman"/>
              </a:rPr>
              <a:t>lý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quái</a:t>
            </a:r>
            <a:r>
              <a:rPr lang="en-US" sz="200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đợt quái.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Tổ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dữ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liệu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dễ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chỉnh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sửa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thêm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Áp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dụng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kiến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thức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hướng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đối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tượng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OOP,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thuật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toán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tối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ưu</a:t>
            </a:r>
            <a:endParaRPr sz="20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anim-appear-40-line-1"/>
          <p:cNvSpPr txBox="1"/>
          <p:nvPr/>
        </p:nvSpPr>
        <p:spPr>
          <a:xfrm>
            <a:off x="6301740" y="3262122"/>
            <a:ext cx="5135727" cy="20167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dirty="0" err="1">
                <a:latin typeface="Times New Roman"/>
              </a:rPr>
              <a:t>Nhóm</a:t>
            </a:r>
            <a:r>
              <a:rPr sz="2000" b="1" dirty="0">
                <a:latin typeface="Times New Roman"/>
              </a:rPr>
              <a:t> </a:t>
            </a:r>
            <a:r>
              <a:rPr sz="2000" b="1" dirty="0" err="1">
                <a:latin typeface="Times New Roman"/>
              </a:rPr>
              <a:t>hỗ</a:t>
            </a:r>
            <a:r>
              <a:rPr sz="2000" b="1" dirty="0">
                <a:latin typeface="Times New Roman"/>
              </a:rPr>
              <a:t> </a:t>
            </a:r>
            <a:r>
              <a:rPr sz="2000" b="1" dirty="0" err="1">
                <a:latin typeface="Times New Roman"/>
              </a:rPr>
              <a:t>trợ</a:t>
            </a: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Quản </a:t>
            </a:r>
            <a:r>
              <a:rPr sz="2000" b="0" dirty="0" err="1">
                <a:latin typeface="Times New Roman"/>
              </a:rPr>
              <a:t>lý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kinh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nghiệm</a:t>
            </a:r>
            <a:r>
              <a:rPr sz="2000" b="0" dirty="0">
                <a:latin typeface="Times New Roman"/>
              </a:rPr>
              <a:t>, </a:t>
            </a:r>
            <a:r>
              <a:rPr sz="2000" b="0" dirty="0" err="1">
                <a:latin typeface="Times New Roman"/>
              </a:rPr>
              <a:t>lên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cấp</a:t>
            </a:r>
            <a:r>
              <a:rPr sz="2000" b="0" dirty="0">
                <a:latin typeface="Times New Roman"/>
              </a:rPr>
              <a:t>, </a:t>
            </a:r>
            <a:r>
              <a:rPr sz="2000" b="0" dirty="0" err="1">
                <a:latin typeface="Times New Roman"/>
              </a:rPr>
              <a:t>nâng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cấp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lang="en-US" sz="2000" b="0" dirty="0">
                <a:latin typeface="Times New Roman"/>
              </a:rPr>
              <a:t>map</a:t>
            </a:r>
            <a:r>
              <a:rPr sz="2000" b="0" dirty="0"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Hiển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thông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tin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nối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lưu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điểm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83792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đấu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anim-appear-20-line-1"/>
          <p:cNvSpPr txBox="1"/>
          <p:nvPr/>
        </p:nvSpPr>
        <p:spPr>
          <a:xfrm>
            <a:off x="777239" y="3030093"/>
            <a:ext cx="5385435" cy="298626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di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vật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bằng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bàn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phím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nhấn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chuột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lướt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né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tránh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đòn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tấn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Hệ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thống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tự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động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tìm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mục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tiêu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gần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nhất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tấn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Cơ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chế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tấn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tự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động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giúp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tập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trung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hơn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di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thuật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giữ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vị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trí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này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giúp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diễn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ra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nhanh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tạo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cảm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liên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tục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20C2F7-1319-F1F7-DF7A-FE92B212BF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7" y="4425975"/>
            <a:ext cx="4262400" cy="23158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E49C27-C494-88C2-3030-CC93D09541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392" y="1941851"/>
            <a:ext cx="4262368" cy="239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46645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latin typeface="Times New Roman"/>
              </a:rPr>
              <a:t>Quái, boss và các đợt tấn công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anim-appear-50-line-1"/>
          <p:cNvSpPr txBox="1"/>
          <p:nvPr/>
        </p:nvSpPr>
        <p:spPr>
          <a:xfrm>
            <a:off x="777239" y="2938801"/>
            <a:ext cx="5264129" cy="3437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- Trong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nhiều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như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bay,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xa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cận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Các </a:t>
            </a:r>
            <a:r>
              <a:rPr sz="2000" b="0" dirty="0" err="1">
                <a:latin typeface="Times New Roman"/>
              </a:rPr>
              <a:t>loại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quái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xuất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hiện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theo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từng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đợt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để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tạo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áp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lực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cho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người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chơi</a:t>
            </a:r>
            <a:r>
              <a:rPr sz="2000" b="0" dirty="0"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của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dần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từng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đợt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thông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qua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lượng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chỉ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- Ở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những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mốc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nhất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định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sẽ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xuất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boss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thử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thách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tạo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cao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trào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</a:t>
            </a:r>
            <a:r>
              <a:rPr lang="en-US" sz="2000" b="0" dirty="0" err="1">
                <a:latin typeface="Times New Roman"/>
              </a:rPr>
              <a:t>Mỗi</a:t>
            </a:r>
            <a:r>
              <a:rPr lang="en-US" sz="2000" b="0" dirty="0">
                <a:latin typeface="Times New Roman"/>
              </a:rPr>
              <a:t> 10 </a:t>
            </a:r>
            <a:r>
              <a:rPr lang="en-US" sz="2000" b="0" dirty="0" err="1">
                <a:latin typeface="Times New Roman"/>
              </a:rPr>
              <a:t>đợt</a:t>
            </a:r>
            <a:r>
              <a:rPr lang="en-US"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quái</a:t>
            </a:r>
            <a:r>
              <a:rPr lang="en-US"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sẽ</a:t>
            </a:r>
            <a:r>
              <a:rPr lang="en-US" sz="2000" b="0" dirty="0">
                <a:latin typeface="Times New Roman"/>
              </a:rPr>
              <a:t> </a:t>
            </a:r>
            <a:r>
              <a:rPr lang="en-US" sz="2000" b="0" dirty="0" err="1">
                <a:latin typeface="Times New Roman"/>
              </a:rPr>
              <a:t>có</a:t>
            </a:r>
            <a:r>
              <a:rPr lang="en-US" sz="2000" b="0" dirty="0">
                <a:latin typeface="Times New Roman"/>
              </a:rPr>
              <a:t> 1 </a:t>
            </a:r>
            <a:r>
              <a:rPr lang="en-US" sz="2000" b="0" dirty="0" err="1">
                <a:latin typeface="Times New Roman"/>
              </a:rPr>
              <a:t>đợt</a:t>
            </a:r>
            <a:r>
              <a:rPr lang="en-US" sz="2000" b="0" dirty="0">
                <a:latin typeface="Times New Roman"/>
              </a:rPr>
              <a:t> boss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anim-fade-10-enemy-1" descr="doc_imag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768" y="2437533"/>
            <a:ext cx="2564384" cy="14400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0" name="anim-appear-11-enemy-cap-1"/>
          <p:cNvSpPr txBox="1"/>
          <p:nvPr/>
        </p:nvSpPr>
        <p:spPr>
          <a:xfrm>
            <a:off x="6626536" y="3999705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Quái bay</a:t>
            </a:r>
          </a:p>
        </p:txBody>
      </p:sp>
      <p:pic>
        <p:nvPicPr>
          <p:cNvPr id="12" name="anim-fade-20-enemy-2" descr="doc_image_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293" y="2451354"/>
            <a:ext cx="2553128" cy="14400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3" name="anim-appear-21-enemy-cap-2"/>
          <p:cNvSpPr txBox="1"/>
          <p:nvPr/>
        </p:nvSpPr>
        <p:spPr>
          <a:xfrm>
            <a:off x="9328433" y="3983242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đánh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xa</a:t>
            </a:r>
          </a:p>
        </p:txBody>
      </p:sp>
      <p:pic>
        <p:nvPicPr>
          <p:cNvPr id="15" name="anim-fade-30-enemy-3" descr="doc_image_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768" y="4695082"/>
            <a:ext cx="2561963" cy="14400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6" name="anim-appear-31-enemy-cap-3"/>
          <p:cNvSpPr txBox="1"/>
          <p:nvPr/>
        </p:nvSpPr>
        <p:spPr>
          <a:xfrm>
            <a:off x="6624115" y="6277627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cận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chiến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" name="anim-fade-40-enemy-4" descr="doc_image_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323" y="4708903"/>
            <a:ext cx="2561963" cy="14400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9" name="anim-appear-41-enemy-cap-4"/>
          <p:cNvSpPr txBox="1"/>
          <p:nvPr/>
        </p:nvSpPr>
        <p:spPr>
          <a:xfrm>
            <a:off x="9419709" y="6235949"/>
            <a:ext cx="2212848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Boss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0" grpId="0" autoUpdateAnimBg="0"/>
      <p:bldP spid="13" grpId="0" autoUpdateAnimBg="0"/>
      <p:bldP spid="16" grpId="0" autoUpdateAnimBg="0"/>
      <p:bldP spid="1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77494"/>
            <a:ext cx="10682935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latin typeface="Times New Roman"/>
              </a:rPr>
              <a:t>Kinh nghiệm, lên cấp và nâng cấp</a:t>
            </a:r>
          </a:p>
        </p:txBody>
      </p:sp>
      <p:pic>
        <p:nvPicPr>
          <p:cNvPr id="5" name="anim-fade-10-media" descr="doc_im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463" y="2477494"/>
            <a:ext cx="4553712" cy="2542929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39" y="3039618"/>
            <a:ext cx="5501945" cy="266310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/>
                <a:latin typeface="Times New Roman"/>
              </a:rPr>
              <a:t>- </a:t>
            </a:r>
            <a:r>
              <a:rPr sz="2000" dirty="0" err="1">
                <a:solidFill/>
                <a:latin typeface="Times New Roman"/>
              </a:rPr>
              <a:t>Người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chơi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nhận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kinh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nghiệm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khi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tiêu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diệt</a:t>
            </a:r>
            <a:r>
              <a:rPr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kẻ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thù</a:t>
            </a:r>
            <a:r>
              <a:rPr sz="2000" dirty="0">
                <a:solidFill/>
                <a:latin typeface="Times New Roman"/>
              </a:rPr>
              <a:t>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/>
                <a:latin typeface="Times New Roman"/>
              </a:rPr>
              <a:t>- Khi </a:t>
            </a:r>
            <a:r>
              <a:rPr sz="2000" dirty="0" err="1">
                <a:solidFill/>
                <a:latin typeface="Times New Roman"/>
              </a:rPr>
              <a:t>đủ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kinh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nghiệm</a:t>
            </a:r>
            <a:r>
              <a:rPr sz="2000" dirty="0">
                <a:solidFill/>
                <a:latin typeface="Times New Roman"/>
              </a:rPr>
              <a:t>, </a:t>
            </a:r>
            <a:r>
              <a:rPr sz="2000" dirty="0" err="1">
                <a:solidFill/>
                <a:latin typeface="Times New Roman"/>
              </a:rPr>
              <a:t>nhân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vật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sẽ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lên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cấp</a:t>
            </a:r>
            <a:r>
              <a:rPr lang="en-US" sz="2000" dirty="0">
                <a:solidFill/>
                <a:latin typeface="Times New Roman"/>
              </a:rPr>
              <a:t>, </a:t>
            </a:r>
            <a:r>
              <a:rPr lang="en-US" sz="2000" dirty="0" err="1">
                <a:solidFill/>
                <a:latin typeface="Times New Roman"/>
              </a:rPr>
              <a:t>cấp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càng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cao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số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kinh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nghiệm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cần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càng</a:t>
            </a:r>
            <a:r>
              <a:rPr lang="en-US" sz="2000" dirty="0">
                <a:solidFill/>
                <a:latin typeface="Times New Roman"/>
              </a:rPr>
              <a:t> </a:t>
            </a:r>
            <a:r>
              <a:rPr lang="en-US" sz="2000" dirty="0" err="1">
                <a:solidFill/>
                <a:latin typeface="Times New Roman"/>
              </a:rPr>
              <a:t>nhiều</a:t>
            </a:r>
            <a:r>
              <a:rPr sz="2000" dirty="0">
                <a:solidFill/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/>
                <a:latin typeface="Times New Roman"/>
              </a:rPr>
              <a:t>- </a:t>
            </a:r>
            <a:r>
              <a:rPr sz="2000" dirty="0" err="1">
                <a:solidFill/>
                <a:latin typeface="Times New Roman"/>
              </a:rPr>
              <a:t>Mỗi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lần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lên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cấp</a:t>
            </a:r>
            <a:r>
              <a:rPr sz="2000" dirty="0">
                <a:solidFill/>
                <a:latin typeface="Times New Roman"/>
              </a:rPr>
              <a:t>, </a:t>
            </a:r>
            <a:r>
              <a:rPr sz="2000" dirty="0" err="1">
                <a:solidFill/>
                <a:latin typeface="Times New Roman"/>
              </a:rPr>
              <a:t>người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chơi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được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chọn</a:t>
            </a:r>
            <a:r>
              <a:rPr sz="2000" dirty="0">
                <a:solidFill/>
                <a:latin typeface="Times New Roman"/>
              </a:rPr>
              <a:t> nâng cấp </a:t>
            </a:r>
            <a:r>
              <a:rPr sz="2000" dirty="0" err="1">
                <a:solidFill/>
                <a:latin typeface="Times New Roman"/>
              </a:rPr>
              <a:t>để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tăng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sức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mạnh</a:t>
            </a:r>
            <a:r>
              <a:rPr sz="2000" dirty="0">
                <a:solidFill/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/>
                <a:latin typeface="Times New Roman"/>
              </a:rPr>
              <a:t>- Các nâng cấp </a:t>
            </a:r>
            <a:r>
              <a:rPr sz="2000" dirty="0" err="1">
                <a:solidFill/>
                <a:latin typeface="Times New Roman"/>
              </a:rPr>
              <a:t>giúp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thay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đổi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cách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chơi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và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hỗ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trợ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vượt</a:t>
            </a:r>
            <a:r>
              <a:rPr sz="2000" dirty="0">
                <a:solidFill/>
                <a:latin typeface="Times New Roman"/>
              </a:rPr>
              <a:t> qua </a:t>
            </a:r>
            <a:r>
              <a:rPr sz="2000" dirty="0" err="1">
                <a:solidFill/>
                <a:latin typeface="Times New Roman"/>
              </a:rPr>
              <a:t>các</a:t>
            </a:r>
            <a:r>
              <a:rPr sz="2000" dirty="0">
                <a:solidFill/>
                <a:latin typeface="Times New Roman"/>
              </a:rPr>
              <a:t> đợt quái </a:t>
            </a:r>
            <a:r>
              <a:rPr sz="2000" dirty="0" err="1">
                <a:solidFill/>
                <a:latin typeface="Times New Roman"/>
              </a:rPr>
              <a:t>khó</a:t>
            </a:r>
            <a:r>
              <a:rPr sz="2000" dirty="0">
                <a:solidFill/>
                <a:latin typeface="Times New Roman"/>
              </a:rPr>
              <a:t> </a:t>
            </a:r>
            <a:r>
              <a:rPr sz="2000" dirty="0" err="1">
                <a:solidFill/>
                <a:latin typeface="Times New Roman"/>
              </a:rPr>
              <a:t>hơn</a:t>
            </a:r>
            <a:r>
              <a:rPr sz="2000" dirty="0">
                <a:solidFill/>
                <a:latin typeface="Times New Roman"/>
              </a:rPr>
              <a:t>.</a:t>
            </a:r>
            <a:endParaRPr lang="en-US" sz="2000" dirty="0">
              <a:solidFill/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9AC9E1-2A75-CD27-912C-DCAEAF13E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463" y="5207657"/>
            <a:ext cx="4567376" cy="87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3A01-4C61-5D3E-50A3-48E15FC0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B546D9-F09A-26C6-7A26-96C37C95ACDF}"/>
              </a:ext>
            </a:extLst>
          </p:cNvPr>
          <p:cNvSpPr txBox="1"/>
          <p:nvPr/>
        </p:nvSpPr>
        <p:spPr>
          <a:xfrm>
            <a:off x="2139315" y="570606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TRẢI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NGHIỆM</a:t>
            </a:r>
          </a:p>
        </p:txBody>
      </p:sp>
      <p:sp>
        <p:nvSpPr>
          <p:cNvPr id="6" name="anim-appear-20-line-1">
            <a:extLst>
              <a:ext uri="{FF2B5EF4-FFF2-40B4-BE49-F238E27FC236}">
                <a16:creationId xmlns:a16="http://schemas.microsoft.com/office/drawing/2014/main" id="{67BEEF01-EE05-7C5E-2134-32F43E10D2E1}"/>
              </a:ext>
            </a:extLst>
          </p:cNvPr>
          <p:cNvSpPr txBox="1"/>
          <p:nvPr/>
        </p:nvSpPr>
        <p:spPr>
          <a:xfrm>
            <a:off x="786764" y="2488311"/>
            <a:ext cx="5575935" cy="272773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>
                <a:latin typeface="Times New Roman"/>
              </a:rPr>
              <a:t>Giao </a:t>
            </a:r>
            <a:r>
              <a:rPr sz="2400" b="1" dirty="0" err="1">
                <a:latin typeface="Times New Roman"/>
              </a:rPr>
              <a:t>diện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trong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trận</a:t>
            </a:r>
            <a:r>
              <a:rPr sz="2400" b="1" dirty="0">
                <a:latin typeface="Times New Roman"/>
              </a:rPr>
              <a:t>, </a:t>
            </a:r>
            <a:r>
              <a:rPr sz="2400" b="1" dirty="0" err="1">
                <a:latin typeface="Times New Roman"/>
              </a:rPr>
              <a:t>tạm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dừng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latin typeface="Times New Roman"/>
              </a:rPr>
              <a:t>- Giao </a:t>
            </a:r>
            <a:r>
              <a:rPr sz="2000" b="0" dirty="0" err="1">
                <a:latin typeface="Times New Roman"/>
              </a:rPr>
              <a:t>diện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trong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trận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hiển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thị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máu</a:t>
            </a:r>
            <a:r>
              <a:rPr sz="2000" b="0" dirty="0">
                <a:latin typeface="Times New Roman"/>
              </a:rPr>
              <a:t>, </a:t>
            </a:r>
            <a:r>
              <a:rPr sz="2000" b="0" dirty="0" err="1">
                <a:latin typeface="Times New Roman"/>
              </a:rPr>
              <a:t>kinh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nghiệm</a:t>
            </a:r>
            <a:r>
              <a:rPr sz="2000" b="0" dirty="0">
                <a:latin typeface="Times New Roman"/>
              </a:rPr>
              <a:t>, </a:t>
            </a:r>
            <a:r>
              <a:rPr sz="2000" b="0" dirty="0" err="1">
                <a:latin typeface="Times New Roman"/>
              </a:rPr>
              <a:t>cấp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độ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và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đợt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quái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hiện</a:t>
            </a:r>
            <a:r>
              <a:rPr sz="2000" b="0" dirty="0">
                <a:latin typeface="Times New Roman"/>
              </a:rPr>
              <a:t> </a:t>
            </a:r>
            <a:r>
              <a:rPr sz="2000" b="0" dirty="0" err="1">
                <a:latin typeface="Times New Roman"/>
              </a:rPr>
              <a:t>tại</a:t>
            </a:r>
            <a:r>
              <a:rPr sz="2000" b="0" dirty="0"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Menu tạm dừng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cài đặt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tạm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dừng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chỉnh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âm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thanh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Các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được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đúng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theo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của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3F6B13-28A2-D945-0377-2CDD8A22B3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6" y="4410075"/>
            <a:ext cx="4160000" cy="23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4A73B0-95C2-AC26-4D24-2DD9EBC53B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6" y="1901878"/>
            <a:ext cx="416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8190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8272-451E-1BEE-4E71-C5AB5AA9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AE3B23-A557-2798-B74F-90132755546E}"/>
              </a:ext>
            </a:extLst>
          </p:cNvPr>
          <p:cNvSpPr txBox="1"/>
          <p:nvPr/>
        </p:nvSpPr>
        <p:spPr>
          <a:xfrm>
            <a:off x="2139315" y="570606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TRẢI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NGHIỆM</a:t>
            </a:r>
          </a:p>
        </p:txBody>
      </p:sp>
      <p:sp>
        <p:nvSpPr>
          <p:cNvPr id="6" name="anim-appear-20-line-1">
            <a:extLst>
              <a:ext uri="{FF2B5EF4-FFF2-40B4-BE49-F238E27FC236}">
                <a16:creationId xmlns:a16="http://schemas.microsoft.com/office/drawing/2014/main" id="{D3797DC2-2EAF-9D1A-A019-63730E3F6374}"/>
              </a:ext>
            </a:extLst>
          </p:cNvPr>
          <p:cNvSpPr txBox="1"/>
          <p:nvPr/>
        </p:nvSpPr>
        <p:spPr>
          <a:xfrm>
            <a:off x="786764" y="2488311"/>
            <a:ext cx="5575935" cy="16299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latin typeface="Times New Roman"/>
              </a:rPr>
              <a:t>Map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vi-VN" sz="2000" dirty="0">
                <a:latin typeface="Times New Roman"/>
              </a:rPr>
              <a:t>- </a:t>
            </a:r>
            <a:r>
              <a:rPr lang="en-US" sz="2000" dirty="0">
                <a:latin typeface="Times New Roman"/>
              </a:rPr>
              <a:t>M</a:t>
            </a:r>
            <a:r>
              <a:rPr lang="vi-VN" sz="2000" dirty="0">
                <a:latin typeface="Times New Roman"/>
              </a:rPr>
              <a:t>ap thay đổi theo từng giai đoạn để tạo cảm giác mới trong quá trình chơi.</a:t>
            </a:r>
            <a:endParaRPr lang="en-US" sz="2000" dirty="0"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2000" dirty="0">
                <a:latin typeface="Times New Roman"/>
              </a:rPr>
              <a:t>- </a:t>
            </a:r>
            <a:r>
              <a:rPr lang="en-US" sz="2000" dirty="0" err="1">
                <a:latin typeface="Times New Roman"/>
              </a:rPr>
              <a:t>Mỗi</a:t>
            </a:r>
            <a:r>
              <a:rPr lang="en-US" sz="2000" dirty="0">
                <a:latin typeface="Times New Roman"/>
              </a:rPr>
              <a:t> </a:t>
            </a:r>
            <a:r>
              <a:rPr lang="en-US" sz="2000" dirty="0" err="1">
                <a:latin typeface="Times New Roman"/>
              </a:rPr>
              <a:t>khi</a:t>
            </a:r>
            <a:r>
              <a:rPr lang="en-US" sz="2000" dirty="0">
                <a:latin typeface="Times New Roman"/>
              </a:rPr>
              <a:t> </a:t>
            </a:r>
            <a:r>
              <a:rPr lang="en-US" sz="2000" dirty="0" err="1">
                <a:latin typeface="Times New Roman"/>
              </a:rPr>
              <a:t>đánh</a:t>
            </a:r>
            <a:r>
              <a:rPr lang="en-US" sz="2000" dirty="0">
                <a:latin typeface="Times New Roman"/>
              </a:rPr>
              <a:t> </a:t>
            </a:r>
            <a:r>
              <a:rPr lang="en-US" sz="2000" dirty="0" err="1">
                <a:latin typeface="Times New Roman"/>
              </a:rPr>
              <a:t>xong</a:t>
            </a:r>
            <a:r>
              <a:rPr lang="en-US" sz="2000" dirty="0">
                <a:latin typeface="Times New Roman"/>
              </a:rPr>
              <a:t> wave boss </a:t>
            </a:r>
            <a:r>
              <a:rPr lang="en-US" sz="2000" dirty="0" err="1">
                <a:latin typeface="Times New Roman"/>
              </a:rPr>
              <a:t>sẽ</a:t>
            </a:r>
            <a:r>
              <a:rPr lang="en-US" sz="2000" dirty="0">
                <a:latin typeface="Times New Roman"/>
              </a:rPr>
              <a:t> </a:t>
            </a:r>
            <a:r>
              <a:rPr lang="en-US" sz="2000" dirty="0" err="1">
                <a:latin typeface="Times New Roman"/>
              </a:rPr>
              <a:t>đổi</a:t>
            </a:r>
            <a:r>
              <a:rPr lang="en-US" sz="2000" dirty="0">
                <a:latin typeface="Times New Roman"/>
              </a:rPr>
              <a:t>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E35A4-68D7-4C43-35FD-D1EAE27DA0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6" y="1901878"/>
            <a:ext cx="4160000" cy="234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9760B1-B276-4A05-87F2-DEF4DB4C0B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6" y="4410075"/>
            <a:ext cx="416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4177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4532" y="2565776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latin typeface="Times New Roman"/>
              </a:rPr>
              <a:t>B</a:t>
            </a:r>
            <a:r>
              <a:rPr sz="2400" b="1" dirty="0" err="1">
                <a:latin typeface="Times New Roman"/>
              </a:rPr>
              <a:t>ắt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đầu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trận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anim-appear-20-line-1"/>
          <p:cNvSpPr txBox="1"/>
          <p:nvPr/>
        </p:nvSpPr>
        <p:spPr>
          <a:xfrm>
            <a:off x="754532" y="3133466"/>
            <a:ext cx="5212080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tương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với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vực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bắt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đầu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mở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hướng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dẫn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hướng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dẫn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hướng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dẫn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cơ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trước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Sau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xác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bắt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đầu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hệ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thống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khởi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tạo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đợt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quái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đầu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sang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CC893-1854-D46F-D062-F28D844F8C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467" y="2965694"/>
            <a:ext cx="448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sp>
        <p:nvSpPr>
          <p:cNvPr id="6" name="anim-appear-20-line-1"/>
          <p:cNvSpPr txBox="1"/>
          <p:nvPr/>
        </p:nvSpPr>
        <p:spPr>
          <a:xfrm>
            <a:off x="777240" y="2688336"/>
            <a:ext cx="521208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Bảng xếp hạng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Điểm số của người chơi được gửi lên hệ thống PlayFab sau khi kết thúc trận đấu.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Bảng xếp hạng hiển thị danh sách người chơi theo điểm số từ cao xuống thấp.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Người chơi có thể theo dõi thứ hạng của mình trực tiếp trên giao diện.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9207D-F675-F14A-C14E-76CCF93083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325" y="2688336"/>
            <a:ext cx="512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39139" y="2543175"/>
            <a:ext cx="10633711" cy="24045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Kiểm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thử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quả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đạt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được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đã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kiểm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thử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như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trận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đấu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lên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cấp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nâng cấp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quả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đạt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được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xây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dựng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được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trò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roguelike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3D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trải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nghiệm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trên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Windows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Sản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phẩm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đã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rõ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phần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gameplay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kết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nối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bảng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xếp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hạng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trực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tuyến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681990" y="2519095"/>
            <a:ext cx="10058400" cy="20814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Hạn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chế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hướng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triển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quái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trong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game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vẫn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còn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chưa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nhiều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Một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phần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diện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vẫn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cần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tiếp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tục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hoàn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thiện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tốt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hơn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- Trong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thời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gian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tới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có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mở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rộng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thêm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map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loại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quái,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nhiều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mô hình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vật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nâng cấp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, giao diện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khác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thú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vị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hơn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B6366-772A-E1CA-4AB0-A142CB3B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nim-appear-10-line-1">
            <a:extLst>
              <a:ext uri="{FF2B5EF4-FFF2-40B4-BE49-F238E27FC236}">
                <a16:creationId xmlns:a16="http://schemas.microsoft.com/office/drawing/2014/main" id="{29A4A27A-67BB-5410-B605-54443B4D3493}"/>
              </a:ext>
            </a:extLst>
          </p:cNvPr>
          <p:cNvSpPr txBox="1"/>
          <p:nvPr/>
        </p:nvSpPr>
        <p:spPr>
          <a:xfrm>
            <a:off x="901065" y="3429000"/>
            <a:ext cx="10058400" cy="580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3600" b="1" dirty="0">
                <a:solidFill>
                  <a:srgbClr val="0070C0"/>
                </a:solidFill>
                <a:latin typeface="Times New Roman"/>
                <a:cs typeface="Arial"/>
              </a:rPr>
              <a:t>EM </a:t>
            </a:r>
            <a:r>
              <a:rPr lang="vi-VN" sz="3600" b="1" dirty="0">
                <a:solidFill>
                  <a:srgbClr val="0070C0"/>
                </a:solidFill>
                <a:latin typeface="Times New Roman"/>
                <a:cs typeface="Arial"/>
              </a:rPr>
              <a:t>XIN CẢM ƠN THẦY CÔ ĐÃ LẮNG NGHE</a:t>
            </a:r>
            <a:endParaRPr lang="vi-VN" sz="2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864564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1424</Words>
  <Application>Microsoft Office PowerPoint</Application>
  <PresentationFormat>Widescreen</PresentationFormat>
  <Paragraphs>136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Thái Hào</cp:lastModifiedBy>
  <cp:revision>445</cp:revision>
  <dcterms:created xsi:type="dcterms:W3CDTF">2020-12-14T15:14:04Z</dcterms:created>
  <dcterms:modified xsi:type="dcterms:W3CDTF">2026-06-01T13:01:59Z</dcterms:modified>
</cp:coreProperties>
</file>