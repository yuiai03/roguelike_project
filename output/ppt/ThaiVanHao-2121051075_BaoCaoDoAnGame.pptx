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370" r:id="rId2"/>
    <p:sldId id="371" r:id="rId3"/>
    <p:sldId id="372" r:id="rId4"/>
    <p:sldId id="383" r:id="rId5"/>
    <p:sldId id="382" r:id="rId6"/>
    <p:sldId id="386" r:id="rId7"/>
    <p:sldId id="381" r:id="rId8"/>
    <p:sldId id="380" r:id="rId9"/>
    <p:sldId id="379" r:id="rId10"/>
    <p:sldId id="384" r:id="rId11"/>
    <p:sldId id="378" r:id="rId12"/>
    <p:sldId id="377" r:id="rId13"/>
    <p:sldId id="376" r:id="rId14"/>
    <p:sldId id="375" r:id="rId15"/>
    <p:sldId id="385" r:id="rId16"/>
    <p:sldId id="387" r:id="rId17"/>
    <p:sldId id="388" r:id="rId18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2693"/>
    <a:srgbClr val="303492"/>
    <a:srgbClr val="0000CC"/>
    <a:srgbClr val="F0FF5B"/>
    <a:srgbClr val="C25B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91176" autoAdjust="0"/>
  </p:normalViewPr>
  <p:slideViewPr>
    <p:cSldViewPr snapToGrid="0">
      <p:cViewPr varScale="1">
        <p:scale>
          <a:sx n="75" d="100"/>
          <a:sy n="75" d="100"/>
        </p:scale>
        <p:origin x="1205" y="53"/>
      </p:cViewPr>
      <p:guideLst>
        <p:guide orient="horz" pos="2160"/>
        <p:guide pos="3840"/>
      </p:guideLst>
    </p:cSldViewPr>
  </p:slideViewPr>
  <p:notesTextViewPr>
    <p:cViewPr>
      <p:scale>
        <a:sx n="70" d="100"/>
        <a:sy n="7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8E9E5-2994-0341-8455-2B688C92E95E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4EDBB8-7987-7B40-9AFE-E516A5D285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1387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4EDBB8-7987-7B40-9AFE-E516A5D285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827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FE05A88-1265-F799-8AFC-5C30860C27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112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053086" y="365125"/>
            <a:ext cx="6280031" cy="1325563"/>
          </a:xfrm>
        </p:spPr>
        <p:txBody>
          <a:bodyPr>
            <a:normAutofit/>
          </a:bodyPr>
          <a:lstStyle>
            <a:lvl1pPr>
              <a:defRPr sz="4000" b="1"/>
            </a:lvl1pPr>
          </a:lstStyle>
          <a:p>
            <a:r>
              <a:rPr lang="en-US" dirty="0"/>
              <a:t>CLICK TO EDIT MASTER TITLE STYLE</a:t>
            </a:r>
            <a:endParaRPr lang="vi-V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303929"/>
            <a:ext cx="10515600" cy="38730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vi-V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4027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78541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  <a:endParaRPr lang="vi-V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BEE52F-77BA-5078-BCEE-D6FFD80ECE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69763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1AA48C2-430A-3D32-1061-5F6741DF8E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34518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6E79684-D115-C5EA-F2AC-BC3265508D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810738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7CE13C6-A001-9A5B-A91C-FF0B67AD04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8108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C8DA68F-E7A9-5272-F50D-237B7E42D5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432413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D99E1C9-1027-D65E-36D2-449EE91EAA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44653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24CCEA7-948C-7933-5A40-0FE32DBB81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78018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4AD8CFA-EEE6-6B00-1BD6-54887768A0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6581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667740A-CC60-C460-CD7A-198AE6215B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b="1">
                <a:solidFill>
                  <a:srgbClr val="00B050"/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542157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18581" y="329956"/>
            <a:ext cx="65920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vi-V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63968" y="2470637"/>
            <a:ext cx="9489831" cy="3706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vi-V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Bộ môn Mạng máy tính</a:t>
            </a:r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6FA1BB-6C0F-402E-9AF9-1EAC980C76FC}" type="slidenum">
              <a:rPr lang="vi-VN" smtClean="0"/>
              <a:pPr/>
              <a:t>‹#›</a:t>
            </a:fld>
            <a:endParaRPr lang="vi-VN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4">
            <a:alphaModFix amt="20000"/>
          </a:blip>
          <a:stretch>
            <a:fillRect/>
          </a:stretch>
        </p:blipFill>
        <p:spPr>
          <a:xfrm>
            <a:off x="8896289" y="968590"/>
            <a:ext cx="3165082" cy="49735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087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Tahoma" panose="020B0604030504040204" pitchFamily="34" charset="0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Tahoma" panose="020B0604030504040204" pitchFamily="34" charset="0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Tahoma" panose="020B0604030504040204" pitchFamily="34" charset="0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Tahoma" panose="020B0604030504040204" pitchFamily="34" charset="0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Tahoma" panose="020B0604030504040204" pitchFamily="34" charset="0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0" y="1600200"/>
            <a:ext cx="731520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4E79"/>
                </a:solidFill>
                <a:latin typeface="Times New Roman"/>
              </a:rPr>
              <a:t>ĐỒ ÁN TỐT NGHIỆP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240280"/>
            <a:ext cx="9326880" cy="10058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Times New Roman"/>
              </a:rPr>
              <a:t>NGHIÊN CỨU VÀ PHÁT TRIỂN TRÒ CHƠI SINH TỒN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3886200"/>
            <a:ext cx="8321040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Sinh viên thực hiện: Thái Văn Hào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70248"/>
            <a:ext cx="8321040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Mã sinh viên: 2121051075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4654296"/>
            <a:ext cx="8321040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Giáo viên hướng dẫn: Phạm Quang Hiển</a:t>
            </a:r>
          </a:p>
        </p:txBody>
      </p:sp>
    </p:spTree>
    <p:extLst>
      <p:ext uri="{BB962C8B-B14F-4D97-AF65-F5344CB8AC3E}">
        <p14:creationId xmlns:p14="http://schemas.microsoft.com/office/powerpoint/2010/main" val="2461206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NỘI DUNG TRÌNH BÀY</a:t>
            </a:r>
          </a:p>
        </p:txBody>
      </p:sp>
      <p:sp>
        <p:nvSpPr>
          <p:cNvPr id="3" name="anim-appear-10-agenda-1"/>
          <p:cNvSpPr txBox="1"/>
          <p:nvPr/>
        </p:nvSpPr>
        <p:spPr>
          <a:xfrm>
            <a:off x="777240" y="2468880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1. GIỚI THIỆU ĐỀ TÀI</a:t>
            </a:r>
          </a:p>
        </p:txBody>
      </p:sp>
      <p:sp>
        <p:nvSpPr>
          <p:cNvPr id="4" name="anim-appear-20-agenda-2"/>
          <p:cNvSpPr txBox="1"/>
          <p:nvPr/>
        </p:nvSpPr>
        <p:spPr>
          <a:xfrm>
            <a:off x="777240" y="2907792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2. LÝ THUYẾT VÀ CÔNG NGHỆ</a:t>
            </a:r>
          </a:p>
        </p:txBody>
      </p:sp>
      <p:sp>
        <p:nvSpPr>
          <p:cNvPr id="5" name="anim-appear-30-agenda-3"/>
          <p:cNvSpPr txBox="1"/>
          <p:nvPr/>
        </p:nvSpPr>
        <p:spPr>
          <a:xfrm>
            <a:off x="777240" y="3346704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3. PHÂN TÍCH HỆ THỐNG</a:t>
            </a:r>
          </a:p>
        </p:txBody>
      </p:sp>
      <p:sp>
        <p:nvSpPr>
          <p:cNvPr id="6" name="anim-appear-40-agenda-4"/>
          <p:cNvSpPr txBox="1"/>
          <p:nvPr/>
        </p:nvSpPr>
        <p:spPr>
          <a:xfrm>
            <a:off x="777240" y="3785616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4. QUY TRÌNH THỰC HIỆN</a:t>
            </a:r>
          </a:p>
        </p:txBody>
      </p:sp>
      <p:sp>
        <p:nvSpPr>
          <p:cNvPr id="7" name="anim-appear-50-agenda-5"/>
          <p:cNvSpPr txBox="1"/>
          <p:nvPr/>
        </p:nvSpPr>
        <p:spPr>
          <a:xfrm>
            <a:off x="777240" y="4224528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5. GIAO DIỆN VÀ TRẢI NGHIỆM</a:t>
            </a:r>
          </a:p>
        </p:txBody>
      </p:sp>
      <p:sp>
        <p:nvSpPr>
          <p:cNvPr id="8" name="anim-appear-60-agenda-6"/>
          <p:cNvSpPr txBox="1"/>
          <p:nvPr/>
        </p:nvSpPr>
        <p:spPr>
          <a:xfrm>
            <a:off x="777240" y="4663440"/>
            <a:ext cx="10682935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6. KẾT LUẬN</a:t>
            </a:r>
          </a:p>
        </p:txBody>
      </p:sp>
    </p:spTree>
    <p:extLst>
      <p:ext uri="{BB962C8B-B14F-4D97-AF65-F5344CB8AC3E}">
        <p14:creationId xmlns:p14="http://schemas.microsoft.com/office/powerpoint/2010/main" val="3626447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GIỚI THIỆU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Lý do chọn đề tài:</a:t>
            </a:r>
          </a:p>
        </p:txBody>
      </p:sp>
      <p:sp>
        <p:nvSpPr>
          <p:cNvPr id="4" name="anim-appear-10-line-1"/>
          <p:cNvSpPr txBox="1"/>
          <p:nvPr/>
        </p:nvSpPr>
        <p:spPr>
          <a:xfrm>
            <a:off x="777240" y="2487168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Thể loại roguelike sinh tồn đánh quái có tính hấp dẫn, nhịp độ nhanh và giá trị chơi lại cao.</a:t>
            </a:r>
          </a:p>
        </p:txBody>
      </p:sp>
      <p:sp>
        <p:nvSpPr>
          <p:cNvPr id="5" name="anim-appear-20-line-2"/>
          <p:cNvSpPr txBox="1"/>
          <p:nvPr/>
        </p:nvSpPr>
        <p:spPr>
          <a:xfrm>
            <a:off x="777240" y="3255264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Đề tài phù hợp để áp dụng tổng hợp kiến thức về Unity, C#, gameplay, UI và backend.</a:t>
            </a:r>
          </a:p>
        </p:txBody>
      </p:sp>
      <p:sp>
        <p:nvSpPr>
          <p:cNvPr id="6" name="anim-appear-30-line-3"/>
          <p:cNvSpPr txBox="1"/>
          <p:nvPr/>
        </p:nvSpPr>
        <p:spPr>
          <a:xfrm>
            <a:off x="777240" y="4023360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Roguelike sinh tồn có vòng chơi ngắn, dễ demo và dễ đánh giá.</a:t>
            </a:r>
          </a:p>
        </p:txBody>
      </p:sp>
      <p:sp>
        <p:nvSpPr>
          <p:cNvPr id="7" name="anim-appear-40-line-4"/>
          <p:cNvSpPr txBox="1"/>
          <p:nvPr/>
        </p:nvSpPr>
        <p:spPr>
          <a:xfrm>
            <a:off x="777240" y="4791456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Đề tài có tiềm năng mở rộng thành một game hoàn thiện hơn trong tương lai.</a:t>
            </a:r>
          </a:p>
        </p:txBody>
      </p:sp>
    </p:spTree>
    <p:extLst>
      <p:ext uri="{BB962C8B-B14F-4D97-AF65-F5344CB8AC3E}">
        <p14:creationId xmlns:p14="http://schemas.microsoft.com/office/powerpoint/2010/main" val="1363924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GIỚI THIỆU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40280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24447" y="2240280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Phạm vi</a:t>
            </a:r>
          </a:p>
        </p:txBody>
      </p:sp>
      <p:sp>
        <p:nvSpPr>
          <p:cNvPr id="5" name="anim-appear-10-line-1"/>
          <p:cNvSpPr txBox="1"/>
          <p:nvPr/>
        </p:nvSpPr>
        <p:spPr>
          <a:xfrm>
            <a:off x="777240" y="2651760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Xây dựng game sinh tồn đánh quái 3D trên Unity.</a:t>
            </a:r>
          </a:p>
        </p:txBody>
      </p:sp>
      <p:sp>
        <p:nvSpPr>
          <p:cNvPr id="6" name="anim-appear-20-line-2"/>
          <p:cNvSpPr txBox="1"/>
          <p:nvPr/>
        </p:nvSpPr>
        <p:spPr>
          <a:xfrm>
            <a:off x="777240" y="3419856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Hoàn thiện gameplay từ di chuyển, chiến đấu, nhận kinh nghiệm đến chọn buff theo wave.</a:t>
            </a:r>
          </a:p>
        </p:txBody>
      </p:sp>
      <p:sp>
        <p:nvSpPr>
          <p:cNvPr id="7" name="anim-appear-30-line-3"/>
          <p:cNvSpPr txBox="1"/>
          <p:nvPr/>
        </p:nvSpPr>
        <p:spPr>
          <a:xfrm>
            <a:off x="777240" y="418795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Xây dựng giao diện và bảng xếp hạng để sản phẩm có thể chạy, build và chơi mượt mà trên các thiết bị khác nhau</a:t>
            </a:r>
          </a:p>
        </p:txBody>
      </p:sp>
      <p:sp>
        <p:nvSpPr>
          <p:cNvPr id="8" name="anim-appear-40-line-1"/>
          <p:cNvSpPr txBox="1"/>
          <p:nvPr/>
        </p:nvSpPr>
        <p:spPr>
          <a:xfrm>
            <a:off x="6324447" y="2651760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Tập trung vào gameplay chính, enemy, wave, buff, HUD, menu tạm dừng, nhập tên và bảng xếp hạng</a:t>
            </a:r>
          </a:p>
        </p:txBody>
      </p:sp>
      <p:sp>
        <p:nvSpPr>
          <p:cNvPr id="9" name="anim-appear-50-line-2"/>
          <p:cNvSpPr txBox="1"/>
          <p:nvPr/>
        </p:nvSpPr>
        <p:spPr>
          <a:xfrm>
            <a:off x="6324447" y="3419856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Chưa đi sâu vào multiplayer, cốt truyện</a:t>
            </a:r>
          </a:p>
        </p:txBody>
      </p:sp>
      <p:sp>
        <p:nvSpPr>
          <p:cNvPr id="10" name="anim-appear-60-line-3"/>
          <p:cNvSpPr txBox="1"/>
          <p:nvPr/>
        </p:nvSpPr>
        <p:spPr>
          <a:xfrm>
            <a:off x="6324447" y="418795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Sản phẩm là một bản game cơ bản có thể phát triển thêm nhiều tính năng sau này</a:t>
            </a:r>
          </a:p>
        </p:txBody>
      </p:sp>
    </p:spTree>
    <p:extLst>
      <p:ext uri="{BB962C8B-B14F-4D97-AF65-F5344CB8AC3E}">
        <p14:creationId xmlns:p14="http://schemas.microsoft.com/office/powerpoint/2010/main" val="1934637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841248"/>
            <a:ext cx="6217920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LÝ THUYẾT VÀ
CÔNG NGHỆ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31136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Tổng quan gameplay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688336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3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985926"/>
            <a:ext cx="4553712" cy="255950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68833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Người chơi di chuyển, né tránh enemy và tấn công mục tiêu.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456432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Khi tiêu diệt enemy, người chơi nhận kinh nghiệm, lên cấp và chọn buff để tăng sức mạnh.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22452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Độ khó tăng dần theo từng wave và có boss ở các mốc quan trọng.</a:t>
            </a:r>
          </a:p>
        </p:txBody>
      </p:sp>
      <p:sp>
        <p:nvSpPr>
          <p:cNvPr id="9" name="anim-appear-50-line-4"/>
          <p:cNvSpPr txBox="1"/>
          <p:nvPr/>
        </p:nvSpPr>
        <p:spPr>
          <a:xfrm>
            <a:off x="777240" y="4992624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Trò chơi có HUD và bảng xếp hạng để hỗ trợ trải nghiệm và theo dõi kết quả.</a:t>
            </a:r>
          </a:p>
        </p:txBody>
      </p:sp>
    </p:spTree>
    <p:extLst>
      <p:ext uri="{BB962C8B-B14F-4D97-AF65-F5344CB8AC3E}">
        <p14:creationId xmlns:p14="http://schemas.microsoft.com/office/powerpoint/2010/main" val="3640733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841248"/>
            <a:ext cx="6217920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LÝ THUYẾT VÀ
CÔNG NGHỆ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59152"/>
            <a:ext cx="515858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Unity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2743200"/>
            <a:ext cx="5085435" cy="84124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F4E79"/>
                </a:solidFill>
                <a:latin typeface="Times New Roman"/>
              </a:rPr>
              <a:t>Chèn logo / ảnh 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3657600"/>
            <a:ext cx="5122011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Dựng scene, gameplay runtime và UI.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1587" y="2359152"/>
            <a:ext cx="515858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C#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8163" y="2743200"/>
            <a:ext cx="5085435" cy="84124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F4E79"/>
                </a:solidFill>
                <a:latin typeface="Times New Roman"/>
              </a:rPr>
              <a:t>Chèn logo / ảnh C#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9875" y="3657600"/>
            <a:ext cx="5122011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Ngôn ngữ lập trình chính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62272"/>
            <a:ext cx="515858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PlayFab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4846320"/>
            <a:ext cx="5085435" cy="84124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F4E79"/>
                </a:solidFill>
                <a:latin typeface="Times New Roman"/>
              </a:rPr>
              <a:t>Chèn logo / ảnh PlayFab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5760720"/>
            <a:ext cx="5122011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Lưu leaderboard và đồng bộ tên người chơi.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462272"/>
            <a:ext cx="515858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Visual Studio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8163" y="4846320"/>
            <a:ext cx="5085435" cy="84124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F4E79"/>
                </a:solidFill>
                <a:latin typeface="Times New Roman"/>
              </a:rPr>
              <a:t>Chèn logo / ảnh Visual Studio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9875" y="5760720"/>
            <a:ext cx="5122011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Môi trường lập trình, xử lý logic</a:t>
            </a:r>
          </a:p>
        </p:txBody>
      </p:sp>
    </p:spTree>
    <p:extLst>
      <p:ext uri="{BB962C8B-B14F-4D97-AF65-F5344CB8AC3E}">
        <p14:creationId xmlns:p14="http://schemas.microsoft.com/office/powerpoint/2010/main" val="3381826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PHÂN TÍCH HỆ THỐNG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Nhóm chức năng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50592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Gameplay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2450592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Giao diện và hệ thống hỗ trợ</a:t>
            </a:r>
          </a:p>
        </p:txBody>
      </p:sp>
      <p:sp>
        <p:nvSpPr>
          <p:cNvPr id="6" name="anim-appear-10-line-1"/>
          <p:cNvSpPr txBox="1"/>
          <p:nvPr/>
        </p:nvSpPr>
        <p:spPr>
          <a:xfrm>
            <a:off x="777240" y="286207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Định danh người chơi, bắt đầu trận đấu</a:t>
            </a:r>
          </a:p>
        </p:txBody>
      </p:sp>
      <p:sp>
        <p:nvSpPr>
          <p:cNvPr id="7" name="anim-appear-20-line-2"/>
          <p:cNvSpPr txBox="1"/>
          <p:nvPr/>
        </p:nvSpPr>
        <p:spPr>
          <a:xfrm>
            <a:off x="777240" y="3630168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Điều khiển nhân vật, chiến đấu với enemy và vượt qua các wave.</a:t>
            </a:r>
          </a:p>
        </p:txBody>
      </p:sp>
      <p:sp>
        <p:nvSpPr>
          <p:cNvPr id="8" name="anim-appear-30-line-3"/>
          <p:cNvSpPr txBox="1"/>
          <p:nvPr/>
        </p:nvSpPr>
        <p:spPr>
          <a:xfrm>
            <a:off x="777240" y="4398264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Nhận kinh nghiệm, lên cấp, chọn buff và đổi theme map theo tiến trình.</a:t>
            </a:r>
          </a:p>
        </p:txBody>
      </p:sp>
      <p:sp>
        <p:nvSpPr>
          <p:cNvPr id="9" name="anim-appear-40-line-1"/>
          <p:cNvSpPr txBox="1"/>
          <p:nvPr/>
        </p:nvSpPr>
        <p:spPr>
          <a:xfrm>
            <a:off x="6324447" y="286207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Hiển thị HUD, menu tạm dừng, cài đặt và loading hỗ trợ trong trận.</a:t>
            </a:r>
          </a:p>
        </p:txBody>
      </p:sp>
      <p:sp>
        <p:nvSpPr>
          <p:cNvPr id="10" name="anim-appear-50-line-2"/>
          <p:cNvSpPr txBox="1"/>
          <p:nvPr/>
        </p:nvSpPr>
        <p:spPr>
          <a:xfrm>
            <a:off x="6324447" y="3630168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Nhập tên người chơi và hiển thị bảng xếp hạng.</a:t>
            </a:r>
          </a:p>
        </p:txBody>
      </p:sp>
      <p:sp>
        <p:nvSpPr>
          <p:cNvPr id="11" name="anim-appear-60-line-3"/>
          <p:cNvSpPr txBox="1"/>
          <p:nvPr/>
        </p:nvSpPr>
        <p:spPr>
          <a:xfrm>
            <a:off x="6324447" y="4398264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Kết nối các chức năng thành một vòng chơi hoàn chỉnh.</a:t>
            </a:r>
          </a:p>
        </p:txBody>
      </p:sp>
    </p:spTree>
    <p:extLst>
      <p:ext uri="{BB962C8B-B14F-4D97-AF65-F5344CB8AC3E}">
        <p14:creationId xmlns:p14="http://schemas.microsoft.com/office/powerpoint/2010/main" val="508487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PHÂN TÍCH HỆ THỐNG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Tổ chức project và module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50592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Nhóm gameplay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2450592"/>
            <a:ext cx="5135727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Nhóm hỗ trợ</a:t>
            </a:r>
          </a:p>
        </p:txBody>
      </p:sp>
      <p:sp>
        <p:nvSpPr>
          <p:cNvPr id="6" name="anim-appear-10-line-1"/>
          <p:cNvSpPr txBox="1"/>
          <p:nvPr/>
        </p:nvSpPr>
        <p:spPr>
          <a:xfrm>
            <a:off x="777240" y="286207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Xử lý điều khiển nhân vật và chiến đấu.</a:t>
            </a:r>
          </a:p>
        </p:txBody>
      </p:sp>
      <p:sp>
        <p:nvSpPr>
          <p:cNvPr id="7" name="anim-appear-20-line-2"/>
          <p:cNvSpPr txBox="1"/>
          <p:nvPr/>
        </p:nvSpPr>
        <p:spPr>
          <a:xfrm>
            <a:off x="777240" y="3630168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Quản lý enemy, đạn bắn và wave</a:t>
            </a:r>
          </a:p>
        </p:txBody>
      </p:sp>
      <p:sp>
        <p:nvSpPr>
          <p:cNvPr id="8" name="anim-appear-30-line-3"/>
          <p:cNvSpPr txBox="1"/>
          <p:nvPr/>
        </p:nvSpPr>
        <p:spPr>
          <a:xfrm>
            <a:off x="777240" y="4398264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Tổ chức dữ liệu để dễ chỉnh sửa và phát triển thêm.</a:t>
            </a:r>
          </a:p>
        </p:txBody>
      </p:sp>
      <p:sp>
        <p:nvSpPr>
          <p:cNvPr id="9" name="anim-appear-40-line-1"/>
          <p:cNvSpPr txBox="1"/>
          <p:nvPr/>
        </p:nvSpPr>
        <p:spPr>
          <a:xfrm>
            <a:off x="6324447" y="2862072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Quản lý kinh nghiệm, lên cấp và buff.</a:t>
            </a:r>
          </a:p>
        </p:txBody>
      </p:sp>
      <p:sp>
        <p:nvSpPr>
          <p:cNvPr id="10" name="anim-appear-50-line-2"/>
          <p:cNvSpPr txBox="1"/>
          <p:nvPr/>
        </p:nvSpPr>
        <p:spPr>
          <a:xfrm>
            <a:off x="6324447" y="3630168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Hiển thị giao diện và các chức năng hỗ trợ trong game.</a:t>
            </a:r>
          </a:p>
        </p:txBody>
      </p:sp>
      <p:sp>
        <p:nvSpPr>
          <p:cNvPr id="11" name="anim-appear-60-line-3"/>
          <p:cNvSpPr txBox="1"/>
          <p:nvPr/>
        </p:nvSpPr>
        <p:spPr>
          <a:xfrm>
            <a:off x="6324447" y="4398264"/>
            <a:ext cx="5135727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Kết nối bảng xếp hạng và lưu điểm người chơi.</a:t>
            </a:r>
          </a:p>
        </p:txBody>
      </p:sp>
    </p:spTree>
    <p:extLst>
      <p:ext uri="{BB962C8B-B14F-4D97-AF65-F5344CB8AC3E}">
        <p14:creationId xmlns:p14="http://schemas.microsoft.com/office/powerpoint/2010/main" val="353901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QUY TRÌNH THỰC HIỆN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Điều khiển và chiến đấu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487168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808108"/>
            <a:ext cx="4553712" cy="251280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48716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Người chơi di chuyển nhân vật bằng bàn phím và có thể sử dụng dash để né enemy.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255264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Hệ thống tự động tìm mục tiêu gần nhất để thực hiện tấn công.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023360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Cơ chế bắn tự động giúp người chơi tập trung nhiều hơn vào di chuyển và chiến thuật giữ vị trí.</a:t>
            </a:r>
          </a:p>
        </p:txBody>
      </p:sp>
      <p:sp>
        <p:nvSpPr>
          <p:cNvPr id="9" name="anim-appear-50-line-4"/>
          <p:cNvSpPr txBox="1"/>
          <p:nvPr/>
        </p:nvSpPr>
        <p:spPr>
          <a:xfrm>
            <a:off x="777240" y="479145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Cách chơi này giúp trận đấu diễn ra nhanh và tạo cảm giác liên tục.</a:t>
            </a:r>
          </a:p>
        </p:txBody>
      </p:sp>
    </p:spTree>
    <p:extLst>
      <p:ext uri="{BB962C8B-B14F-4D97-AF65-F5344CB8AC3E}">
        <p14:creationId xmlns:p14="http://schemas.microsoft.com/office/powerpoint/2010/main" val="1802497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QUY TRÌNH THỰC HIỆN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Enemy, boss và wave</a:t>
            </a:r>
          </a:p>
        </p:txBody>
      </p:sp>
      <p:sp>
        <p:nvSpPr>
          <p:cNvPr id="4" name="anim-appear-50-line-1"/>
          <p:cNvSpPr txBox="1"/>
          <p:nvPr/>
        </p:nvSpPr>
        <p:spPr>
          <a:xfrm>
            <a:off x="777240" y="2487168"/>
            <a:ext cx="507492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Enemy được chia theo vai trò áp sát, bay hoặc gây áp lực từ xa.</a:t>
            </a:r>
          </a:p>
        </p:txBody>
      </p:sp>
      <p:sp>
        <p:nvSpPr>
          <p:cNvPr id="5" name="anim-appear-60-line-2"/>
          <p:cNvSpPr txBox="1"/>
          <p:nvPr/>
        </p:nvSpPr>
        <p:spPr>
          <a:xfrm>
            <a:off x="777240" y="3255264"/>
            <a:ext cx="507492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WaveSpawner sinh quái theo cấu hình từng wave.</a:t>
            </a:r>
          </a:p>
        </p:txBody>
      </p:sp>
      <p:sp>
        <p:nvSpPr>
          <p:cNvPr id="6" name="anim-appear-70-line-3"/>
          <p:cNvSpPr txBox="1"/>
          <p:nvPr/>
        </p:nvSpPr>
        <p:spPr>
          <a:xfrm>
            <a:off x="777240" y="4023360"/>
            <a:ext cx="507492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Boss wave xuất hiện ở các mốc quan trọng để tăng cao trào.</a:t>
            </a:r>
          </a:p>
        </p:txBody>
      </p:sp>
      <p:sp>
        <p:nvSpPr>
          <p:cNvPr id="7" name="anim-appear-80-line-4"/>
          <p:cNvSpPr txBox="1"/>
          <p:nvPr/>
        </p:nvSpPr>
        <p:spPr>
          <a:xfrm>
            <a:off x="777240" y="4791456"/>
            <a:ext cx="507492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- Độ khó tăng dần theo số lượng quái, nhịp spawn và chỉ số.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487168"/>
            <a:ext cx="2212848" cy="111556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anim-fade-10-enemy-1" descr="doc_imag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3053" y="2542032"/>
            <a:ext cx="1791222" cy="100584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10" name="anim-appear-11-enemy-cap-1"/>
          <p:cNvSpPr txBox="1"/>
          <p:nvPr/>
        </p:nvSpPr>
        <p:spPr>
          <a:xfrm>
            <a:off x="6492240" y="3630168"/>
            <a:ext cx="221284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Enemy bay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2487168"/>
            <a:ext cx="2212848" cy="111556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anim-fade-20-enemy-2" descr="doc_image_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4424" y="2542032"/>
            <a:ext cx="1783360" cy="100584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13" name="anim-appear-21-enemy-cap-2"/>
          <p:cNvSpPr txBox="1"/>
          <p:nvPr/>
        </p:nvSpPr>
        <p:spPr>
          <a:xfrm>
            <a:off x="8869680" y="3630168"/>
            <a:ext cx="221284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Enemy đánh xa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3986784"/>
            <a:ext cx="2212848" cy="111556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anim-fade-30-enemy-3" descr="doc_image_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3898" y="4041648"/>
            <a:ext cx="1789531" cy="100584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16" name="anim-appear-31-enemy-cap-3"/>
          <p:cNvSpPr txBox="1"/>
          <p:nvPr/>
        </p:nvSpPr>
        <p:spPr>
          <a:xfrm>
            <a:off x="6492240" y="5129784"/>
            <a:ext cx="221284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Enemy cận chiến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3986784"/>
            <a:ext cx="2212848" cy="1115568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anim-fade-40-enemy-4" descr="doc_image_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1338" y="4041648"/>
            <a:ext cx="1789531" cy="100584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19" name="anim-appear-41-enemy-cap-4"/>
          <p:cNvSpPr txBox="1"/>
          <p:nvPr/>
        </p:nvSpPr>
        <p:spPr>
          <a:xfrm>
            <a:off x="8869680" y="5129784"/>
            <a:ext cx="221284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Boss / LawaChurl</a:t>
            </a:r>
          </a:p>
        </p:txBody>
      </p:sp>
    </p:spTree>
    <p:extLst>
      <p:ext uri="{BB962C8B-B14F-4D97-AF65-F5344CB8AC3E}">
        <p14:creationId xmlns:p14="http://schemas.microsoft.com/office/powerpoint/2010/main" val="1703041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QUY TRÌNH THỰC HIỆN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Kinh nghiệm, lên cấp và buff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487168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793044"/>
            <a:ext cx="4553712" cy="2542929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48716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kinh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nghiệm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tiêu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diệt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enemy.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255264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Khi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đủ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kinh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nghiệm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nhân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vật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sẽ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cấp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023360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Mỗi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lần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cấp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chọn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buff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tăng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sức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mạnh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9" name="anim-appear-50-line-4"/>
          <p:cNvSpPr txBox="1"/>
          <p:nvPr/>
        </p:nvSpPr>
        <p:spPr>
          <a:xfrm>
            <a:off x="777240" y="479145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Các buff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giúp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thay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đổi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cách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hỗ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trợ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vượt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qua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wave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khó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hơn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5670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841248"/>
            <a:ext cx="6217920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GIAO DIỆN VÀ
TRẢI NGHIỆM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31136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HUD, pause, settings, theme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688336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996935"/>
            <a:ext cx="4553712" cy="2537482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68833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HUD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thị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thông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tin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chính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như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máu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kinh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nghiệm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cấp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độ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wave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456432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Menu pause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settings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hỗ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trợ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tạm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dừng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trò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điều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chỉnh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âm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thanh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22452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Theme map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thay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đổi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theo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từng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đoạn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tạo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cảm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mới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trong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quá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trình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9" name="anim-appear-50-line-4"/>
          <p:cNvSpPr txBox="1"/>
          <p:nvPr/>
        </p:nvSpPr>
        <p:spPr>
          <a:xfrm>
            <a:off x="777240" y="4992624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Các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thị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đúng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theo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của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đấu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1616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841248"/>
            <a:ext cx="6217920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GIAO DIỆN VÀ
TRẢI NGHIỆM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31136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Challenge và bắt đầu trận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688336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994269"/>
            <a:ext cx="4553712" cy="2542814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68833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tương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với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vực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challenge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mở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panel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bắt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đầu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456432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Panel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thị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hướng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dẫn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điều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khiển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cơ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bản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trước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22452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Sau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bắt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đầu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hệ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thống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khởi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tạo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wave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đầu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tiên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chuyển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sang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chiến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đấu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5870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841248"/>
            <a:ext cx="6217920" cy="10241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GIAO DIỆN VÀ
TRẢI NGHIỆM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31136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Leaderboard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37960" y="2688336"/>
            <a:ext cx="4663440" cy="3154680"/>
          </a:xfrm>
          <a:prstGeom prst="rect">
            <a:avLst/>
          </a:prstGeom>
          <a:solidFill>
            <a:srgbClr val="F5F7FA"/>
          </a:solidFill>
          <a:ln w="1397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nim-fade-10-media" descr="doc_im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2993201"/>
            <a:ext cx="4553712" cy="2544950"/>
          </a:xfrm>
          <a:prstGeom prst="rect">
            <a:avLst/>
          </a:prstGeom>
          <a:ln w="8890">
            <a:solidFill>
              <a:srgbClr val="1F4E79"/>
            </a:solidFill>
          </a:ln>
        </p:spPr>
      </p:pic>
      <p:sp>
        <p:nvSpPr>
          <p:cNvPr id="6" name="anim-appear-20-line-1"/>
          <p:cNvSpPr txBox="1"/>
          <p:nvPr/>
        </p:nvSpPr>
        <p:spPr>
          <a:xfrm>
            <a:off x="777240" y="2688336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Điểm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số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của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gửi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hệ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thống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PlayFab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sau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khi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kết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thúc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đấu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7" name="anim-appear-30-line-2"/>
          <p:cNvSpPr txBox="1"/>
          <p:nvPr/>
        </p:nvSpPr>
        <p:spPr>
          <a:xfrm>
            <a:off x="777240" y="3456432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Bảng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xếp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hiển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thị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danh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sách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theo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điểm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số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từ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cao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xuống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thấp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8" name="anim-appear-40-line-3"/>
          <p:cNvSpPr txBox="1"/>
          <p:nvPr/>
        </p:nvSpPr>
        <p:spPr>
          <a:xfrm>
            <a:off x="777240" y="4224528"/>
            <a:ext cx="521208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Người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chơi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có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theo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dõi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thứ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của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mình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trực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tiếp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154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Kiểm thử và kết quả đạt được</a:t>
            </a:r>
          </a:p>
        </p:txBody>
      </p:sp>
      <p:sp>
        <p:nvSpPr>
          <p:cNvPr id="4" name="anim-appear-10-line-1"/>
          <p:cNvSpPr txBox="1"/>
          <p:nvPr/>
        </p:nvSpPr>
        <p:spPr>
          <a:xfrm>
            <a:off x="777240" y="2487168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Đề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tài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đã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kiểm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thử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chức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năng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chính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như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trận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chiến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đấu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cấp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tạm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dừng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bảng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xếp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5" name="anim-appear-20-line-2"/>
          <p:cNvSpPr txBox="1"/>
          <p:nvPr/>
        </p:nvSpPr>
        <p:spPr>
          <a:xfrm>
            <a:off x="777240" y="3255264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Kết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quả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đạt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xây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dựng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được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một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game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sinh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tồn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3D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có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chạy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trình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bày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trên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thực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tế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" name="anim-appear-30-line-3"/>
          <p:cNvSpPr txBox="1"/>
          <p:nvPr/>
        </p:nvSpPr>
        <p:spPr>
          <a:xfrm>
            <a:off x="777240" y="4023360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Sản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phẩm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đã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rõ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phần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gameplay,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kết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nối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bảng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xếp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hạng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trực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tuyến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840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48840" y="1143000"/>
            <a:ext cx="6217920" cy="5943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KẾT LUẬN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29968"/>
            <a:ext cx="10682935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Hạn chế và hướng phát triển</a:t>
            </a:r>
          </a:p>
        </p:txBody>
      </p:sp>
      <p:sp>
        <p:nvSpPr>
          <p:cNvPr id="4" name="anim-appear-10-line-1"/>
          <p:cNvSpPr txBox="1"/>
          <p:nvPr/>
        </p:nvSpPr>
        <p:spPr>
          <a:xfrm>
            <a:off x="777240" y="2487168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Số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lượng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enemy, buff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nội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dung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trong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game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vẫn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còn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chưa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nhiều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5" name="anim-appear-20-line-2"/>
          <p:cNvSpPr txBox="1"/>
          <p:nvPr/>
        </p:nvSpPr>
        <p:spPr>
          <a:xfrm>
            <a:off x="777240" y="3255264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Một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số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phần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giao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diện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hiệu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năng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vẫn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cần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tiếp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tục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hoàn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thiện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" name="anim-appear-30-line-3"/>
          <p:cNvSpPr txBox="1"/>
          <p:nvPr/>
        </p:nvSpPr>
        <p:spPr>
          <a:xfrm>
            <a:off x="777240" y="4023360"/>
            <a:ext cx="1005840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0000"/>
                </a:solidFill>
                <a:latin typeface="Times New Roman"/>
              </a:rPr>
              <a:t>- Trong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thời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gian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tới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,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đề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tài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có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thể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mở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rộng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thêm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map, boss, buff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và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các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chỉ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số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thống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Times New Roman"/>
              </a:rPr>
              <a:t>kê</a:t>
            </a:r>
            <a:r>
              <a:rPr sz="2000" b="0" dirty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788920"/>
            <a:ext cx="10149840" cy="7772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F4E79"/>
                </a:solidFill>
                <a:latin typeface="Times New Roman"/>
              </a:rPr>
              <a:t>EM XIN CẢM ƠN THẦY CÔ ĐÃ LẮNG NGHE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</TotalTime>
  <Words>1227</Words>
  <Application>Microsoft Office PowerPoint</Application>
  <PresentationFormat>Widescreen</PresentationFormat>
  <Paragraphs>116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CÔNG NGHỆ THÔN TIN ĐỊA HỌC ĐẠI CƯƠNG</dc:title>
  <dc:creator>Nguyen Hoang Long</dc:creator>
  <cp:lastModifiedBy>Thái Hào</cp:lastModifiedBy>
  <cp:revision>215</cp:revision>
  <dcterms:created xsi:type="dcterms:W3CDTF">2020-12-14T15:14:04Z</dcterms:created>
  <dcterms:modified xsi:type="dcterms:W3CDTF">2026-05-31T02:16:56Z</dcterms:modified>
</cp:coreProperties>
</file>