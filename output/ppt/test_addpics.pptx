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70" r:id="rId2"/>
    <p:sldId id="371" r:id="rId3"/>
    <p:sldId id="372" r:id="rId4"/>
    <p:sldId id="383" r:id="rId5"/>
    <p:sldId id="382" r:id="rId6"/>
    <p:sldId id="386" r:id="rId7"/>
    <p:sldId id="381" r:id="rId8"/>
    <p:sldId id="380" r:id="rId9"/>
    <p:sldId id="379" r:id="rId10"/>
    <p:sldId id="384" r:id="rId11"/>
    <p:sldId id="378" r:id="rId12"/>
    <p:sldId id="377" r:id="rId13"/>
    <p:sldId id="376" r:id="rId14"/>
    <p:sldId id="375" r:id="rId15"/>
    <p:sldId id="385" r:id="rId16"/>
    <p:sldId id="387" r:id="rId22"/>
    <p:sldId id="388" r:id="rId23"/>
    <p:sldId id="389" r:id="rId24"/>
    <p:sldId id="390" r:id="rId25"/>
    <p:sldId id="391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693"/>
    <a:srgbClr val="303492"/>
    <a:srgbClr val="0000CC"/>
    <a:srgbClr val="F0FF5B"/>
    <a:srgbClr val="C25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1176" autoAdjust="0"/>
  </p:normalViewPr>
  <p:slideViewPr>
    <p:cSldViewPr snapToGrid="0">
      <p:cViewPr varScale="1">
        <p:scale>
          <a:sx n="85" d="100"/>
          <a:sy n="85" d="100"/>
        </p:scale>
        <p:origin x="-821" y="-82"/>
      </p:cViewPr>
      <p:guideLst>
        <p:guide orient="horz" pos="2160"/>
        <p:guide pos="3840"/>
      </p:guideLst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8E9E5-2994-0341-8455-2B688C92E95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EDBB8-7987-7B40-9AFE-E516A5D28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3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72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5FE05A88-1265-F799-8AFC-5C30860C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12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3086" y="365125"/>
            <a:ext cx="6280031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3929"/>
            <a:ext cx="10515600" cy="38730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4027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7854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E7BEE52F-77BA-5078-BCEE-D6FFD80E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697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31AA48C2-430A-3D32-1061-5F6741DF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345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46E79684-D115-C5EA-F2AC-BC326550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07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6" name="Date Placeholder 3">
            <a:extLst>
              <a:ext uri="{FF2B5EF4-FFF2-40B4-BE49-F238E27FC236}">
                <a16:creationId xmlns="" xmlns:a16="http://schemas.microsoft.com/office/drawing/2014/main" id="{97CE13C6-A001-9A5B-A91C-FF0B67AD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810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2C8DA68F-E7A9-5272-F50D-237B7E42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324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ED99E1C9-1027-D65E-36D2-449EE91E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446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E24CCEA7-948C-7933-5A40-0FE32DBB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780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C4AD8CFA-EEE6-6B00-1BD6-54887768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658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B667740A-CC60-C460-CD7A-198AE621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4215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8581" y="329956"/>
            <a:ext cx="6592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3968" y="2470637"/>
            <a:ext cx="9489831" cy="370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8896289" y="968590"/>
            <a:ext cx="3165082" cy="4973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8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3657600" cy="322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20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326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44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300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9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53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3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95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3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914400"/>
            <a:ext cx="3657600" cy="266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2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05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48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01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01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914400"/>
            <a:ext cx="3657600" cy="206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9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914400"/>
            <a:ext cx="3657600" cy="205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4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06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7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05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61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05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7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04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4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04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0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32662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326629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326629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32662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32662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976</Words>
  <Application>Microsoft Office PowerPoint</Application>
  <PresentationFormat>Custom</PresentationFormat>
  <Paragraphs>125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BÁO CÁO ĐỒ ÁN TỐT NGHIỆP</vt:lpstr>
      <vt:lpstr>Nội Dung Trình Bày</vt:lpstr>
      <vt:lpstr>Lý do chọn đề tài</vt:lpstr>
      <vt:lpstr>Mục tiêu và phạm vi</vt:lpstr>
      <vt:lpstr>Công nghệ sử dụng</vt:lpstr>
      <vt:lpstr>Thiết kế đồ họa game</vt:lpstr>
      <vt:lpstr>Vòng lặp gameplay tổng quát</vt:lpstr>
      <vt:lpstr>Thiết kế hệ thống chính </vt:lpstr>
      <vt:lpstr>Các chức năng đã cài đặt</vt:lpstr>
      <vt:lpstr>PowerPoint Presentation</vt:lpstr>
      <vt:lpstr>Tiến trình nhiệm vụ theo ngày</vt:lpstr>
      <vt:lpstr>Kiểm thử và kết quả</vt:lpstr>
      <vt:lpstr> Đánh giá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THÔN TIN ĐỊA HỌC ĐẠI CƯƠNG</dc:title>
  <dc:creator>Nguyen Hoang Long</dc:creator>
  <cp:lastModifiedBy>phuonglieu89@outlook.com</cp:lastModifiedBy>
  <cp:revision>214</cp:revision>
  <dcterms:created xsi:type="dcterms:W3CDTF">2020-12-14T15:14:04Z</dcterms:created>
  <dcterms:modified xsi:type="dcterms:W3CDTF">2026-05-26T14:03:58Z</dcterms:modified>
</cp:coreProperties>
</file>