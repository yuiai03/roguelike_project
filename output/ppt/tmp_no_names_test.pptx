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22"/>
  </p:sldIdLst>
  <p:sldSz cx="12191695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1600200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240280"/>
            <a:ext cx="9326880" cy="1005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Sinh viên thực hiện: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1. 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07792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46704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85616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Lý do chọn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Game 3D giúp thể hiện rõ phần lập trình, UI và tổ chức hệ thống.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Roguelike sinh tồn có vòng chơi ngắn, dễ demo và dễ đánh giá.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Mục tiêu là tạo prototype chơi được, không chỉ dừng ở lý thuyết.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2240280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Xây dựng prototype roguelike sinh tồn 3D trên 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19856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Hoàn thiện vòng chơi từ chiến đấu, EXP đến chọn buff theo wave.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651760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Tập trung vào core gameplay, UI trong trận và leaderboard.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3419856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Chưa đi sâu vào multiplayer, cốt truyện dài và save/load hoàn chỉnh.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Tổng quan gameplay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84758"/>
            <a:ext cx="4553712" cy="25595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Đề tài hướng đến prototype survivor 3D theo phong cách roguelike.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sống sót qua nhiều wave, tiêu diệt enemy và tích lũy EXP.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Vòng chơi nối liền combat, tăng sức mạnh, đổi theme map và leaderboard.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257860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49300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Dựng scene, gameplay runtime và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219456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C# + Input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8163" y="257860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C# /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9875" y="349300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Xử lý điều khiển và logic chiến đấu.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ScriptableObject + Pooling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468172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ScriptableObject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59612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Lưu cấu hình và tối ưu tái sử dụng object.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29768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PlayFab + Git/GitHub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8163" y="468172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PlayFab /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9875" y="559612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Lưu leaderboard và quản lý mã nguồn.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Gameplay và tiến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Hỗ trợ và trình diễn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Định danh người chơi, bắt đầu trận và khởi tạo 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Điều khiển nhân vật, chiến đấu, enemy và wave.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EXP, level-up, buff và đổi theme map theo tiến trình.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HUD, pause, settings và loading hỗ trợ trong trận.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Nhập tên hiển thị và leaderboard PlayFab.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Các phần đã ghép thành một vòng chơi hoàn chỉnh để demo.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 chức project và module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hỗ trợ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 Core quản lý di chuyển, dash, tấn công và máu.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Core, Projectile và Wave Runtime điều khiển giao tranh.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ScriptableObject lưu cấu hình wave, enemy và chỉ số.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Progression/Buff quản lý EXP, level-up và lựa chọn buff.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UI/Scene Interaction tách giao diện khỏi gameplay chính.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Backend/Leaderboard xử lý định danh, gửi điểm và xếp hạng.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Điều khiển và chiến đấu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Input System nhận lệnh di chuyển và hành động từ bàn phím.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CharacterController xử lý di chuyển, gravity và dash.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PlayerAttack tự tìm mục tiêu gần nhất trong phạm vi.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Projectile bắn tự động để người chơi tập trung né và giữ vị trí.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:a14="http://schemas.microsoft.com/office/drawing/2010/main" xmlns=""/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Enemy, boss và wave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84758"/>
            <a:ext cx="4553712" cy="25595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được chia theo vai trò áp sát, bay hoặc gây áp lực từ xa.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WaveSpawner sinh quái theo cấu hình từng wave.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Boss wave xuất hiện ở các mốc quan trọng để tăng cao trào.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Độ khó tăng dần theo số lượng quái, nhịp spawn và chỉ số.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EXP, level-up và buff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04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bị tiêu diệt sẽ cộng EXP vào thanh tiến trình.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Đạt ngưỡng sẽ tăng level và mở lựa chọn buff.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Buff tăng chỉ số hoặc bổ sung lợi thế trực tiếp trong combat.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Sức mạnh nhân vật thay đổi rõ hơn ở các wave sau.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HUD, challenge, pause, settings, theme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101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 hiển thị level, máu, EXP và thông tin đang chơi.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Challenge panel giúp chọn thử thách và bắt đầu trận nhanh.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Pause/settings hỗ trợ tạm dừng và chỉnh âm lượng trong trận.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Theme map thay đổi theo giai đoạn để trải nghiệm bớt lặp.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Nhập tên và leaderboard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2033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Custom ID giữ phiên chơi giữa các lần chạy.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Nếu chưa có tên, hệ thống yêu cầu nhập Display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Điểm cuối trận được gửi lên thống kê HighScore của PlayFab.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Leaderboard tải lại dữ liệu và hiển thị thứ hạng trên UI.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Hình ảnh demo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721465"/>
            <a:ext cx="3044952" cy="1680246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8680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Combat và HUD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711430"/>
            <a:ext cx="3044952" cy="1700315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26280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Challenge và bắt đầu trận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3" y="2710716"/>
            <a:ext cx="3044952" cy="170174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79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Leaderboard cuối trận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10682935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Các hình ảnh cho thấy sản phẩm đã có gameplay, UI và lưu điểm cuối trận.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Đã kiểm thử các luồng chính: vào trận, combat, level-up, pause và leaderboard.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Kết quả là prototype roguelike 3D chạy được với vòng chơi hoàn chỉnh.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Sản phẩm đã thể hiện rõ phần gameplay, UI và tích hợp PlayFab.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Hạn chế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Gameplay còn ít nội dung và cần cân bằng thêm enemy, buff, wave.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Cần hoàn thiện Main Menu, UI/UX và tối ưu hiệu năng bản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Hướng phát triển tiếp là mở rộng map, boss và thống kê.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440680"/>
            <a:ext cx="96926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Times New Roman"/>
              </a:rPr>
              <a:t>Xin cảm ơn thầy cô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1230</Words>
  <Application>Microsoft Office PowerPoint</Application>
  <PresentationFormat>Widescreen</PresentationFormat>
  <Paragraphs>125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222</cp:revision>
  <dcterms:created xsi:type="dcterms:W3CDTF">2020-12-14T15:14:04Z</dcterms:created>
  <dcterms:modified xsi:type="dcterms:W3CDTF">2026-05-30T11:15:48Z</dcterms:modified>
</cp:coreProperties>
</file>