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370" r:id="rId2"/>
    <p:sldId id="371" r:id="rId3"/>
    <p:sldId id="372" r:id="rId4"/>
    <p:sldId id="383" r:id="rId5"/>
    <p:sldId id="382" r:id="rId6"/>
    <p:sldId id="386" r:id="rId7"/>
    <p:sldId id="381" r:id="rId8"/>
    <p:sldId id="380" r:id="rId9"/>
    <p:sldId id="379" r:id="rId10"/>
    <p:sldId id="384" r:id="rId11"/>
    <p:sldId id="378" r:id="rId12"/>
    <p:sldId id="377" r:id="rId13"/>
    <p:sldId id="376" r:id="rId14"/>
    <p:sldId id="375" r:id="rId15"/>
    <p:sldId id="385" r:id="rId16"/>
    <p:sldId id="387" r:id="rId17"/>
    <p:sldId id="388" r:id="rId1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1176" autoAdjust="0"/>
  </p:normalViewPr>
  <p:slideViewPr>
    <p:cSldViewPr snapToGrid="0">
      <p:cViewPr varScale="1">
        <p:scale>
          <a:sx n="101" d="100"/>
          <a:sy n="101" d="100"/>
        </p:scale>
        <p:origin x="1278" y="10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1631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4080" y="1121678"/>
            <a:ext cx="7315200" cy="58137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423160"/>
            <a:ext cx="9326880" cy="10058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000000"/>
                </a:solidFill>
                <a:latin typeface="Times New Roman"/>
              </a:rPr>
              <a:t>NGHIÊN CỨU VÀ PHÁT TRIỂN TRÒ CHƠI SINH TỒN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3886200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Sinh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viên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thực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: Thái Văn Hào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4270248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Mã sinh viên: 2121051075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654296"/>
            <a:ext cx="8321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Giáo viên hướng dẫn: Phạm Quang Hiển</a:t>
            </a:r>
          </a:p>
        </p:txBody>
      </p:sp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NỘI DUNG TRÌNH BÀY</a:t>
            </a:r>
          </a:p>
        </p:txBody>
      </p:sp>
      <p:sp>
        <p:nvSpPr>
          <p:cNvPr id="3" name="anim-appear-10-agenda-1"/>
          <p:cNvSpPr txBox="1"/>
          <p:nvPr/>
        </p:nvSpPr>
        <p:spPr>
          <a:xfrm>
            <a:off x="2148840" y="2364105"/>
            <a:ext cx="8917000" cy="3571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1. GIỚI THIỆU ĐỀ TÀI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2. LÝ THUYẾT VÀ CÔNG NGHỆ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3. PHÂN TÍCH HỆ THỐNG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4. QUY TRÌNH THỰC HIỆN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5. GIAO DIỆN VÀ TRẢI NGHIỆM</a:t>
            </a:r>
          </a:p>
          <a:p>
            <a:pPr>
              <a:lnSpc>
                <a:spcPct val="105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5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6. KẾT LUẬN</a:t>
            </a:r>
          </a:p>
        </p:txBody>
      </p:sp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3915" y="2696784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Lý do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chọn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: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anim-appear-10-line-1"/>
          <p:cNvSpPr txBox="1"/>
          <p:nvPr/>
        </p:nvSpPr>
        <p:spPr>
          <a:xfrm>
            <a:off x="843915" y="3429000"/>
            <a:ext cx="10058400" cy="222214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Thể loại roguelike sinh tồn đánh quái có tính hấp dẫn, nhịp độ nhanh và giá trị chơi lại cao.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Đề tài phù hợp để áp dụng tổng hợp kiến thức về Unity, C#, gameplay, UI và backend.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Roguelike sinh tồn có vòng chơi ngắn, dễ demo và dễ đánh giá.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Đề tài có tiềm năng mở rộng thành một game hoàn thiện hơn trong tương lai.</a:t>
            </a:r>
          </a:p>
        </p:txBody>
      </p:sp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GIỚI THIỆU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51801"/>
            <a:ext cx="5135727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Mục</a:t>
            </a: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</a:rPr>
              <a:t>tiêu</a:t>
            </a:r>
            <a:endParaRPr lang="en-US"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24447" y="2451801"/>
            <a:ext cx="5135727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Phạm vi</a:t>
            </a:r>
          </a:p>
        </p:txBody>
      </p:sp>
      <p:sp>
        <p:nvSpPr>
          <p:cNvPr id="5" name="anim-appear-10-line-1"/>
          <p:cNvSpPr txBox="1"/>
          <p:nvPr/>
        </p:nvSpPr>
        <p:spPr>
          <a:xfrm>
            <a:off x="777239" y="3161539"/>
            <a:ext cx="5135727" cy="29247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Xây dựng game sinh tồn đánh quái 3D trên Unity.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Hoàn thiện gameplay từ di chuyển, chiến đấu, nhận kinh nghiệm đến chọn buff theo wave.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Xây dựng giao diện và bảng xếp hạng để sản phẩm có thể chạy, build và chơi mượt mà trên các thiết bị khác nhau</a:t>
            </a:r>
          </a:p>
        </p:txBody>
      </p:sp>
      <p:sp>
        <p:nvSpPr>
          <p:cNvPr id="7" name="anim-appear-40-line-1"/>
          <p:cNvSpPr txBox="1"/>
          <p:nvPr/>
        </p:nvSpPr>
        <p:spPr>
          <a:xfrm>
            <a:off x="6324446" y="3161539"/>
            <a:ext cx="5135727" cy="29247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Tập trung vào gameplay chính, enemy, wave, buff, HUD, menu tạm dừng, nhập tên và bảng xếp hạng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Chưa đi sâu vào multiplayer, cốt truyện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Sản phẩm là một bản game cơ bản có thể phát triển thêm nhiều tính năng sau này</a:t>
            </a:r>
          </a:p>
        </p:txBody>
      </p:sp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0265" y="557784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LÝ THUYẾT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CÔNG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 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NGHỆ</a:t>
            </a:r>
          </a:p>
        </p:txBody>
      </p:sp>
      <p:sp>
        <p:nvSpPr>
          <p:cNvPr id="6" name="anim-appear-20-line-1"/>
          <p:cNvSpPr txBox="1"/>
          <p:nvPr/>
        </p:nvSpPr>
        <p:spPr>
          <a:xfrm>
            <a:off x="710565" y="2380392"/>
            <a:ext cx="5928360" cy="40995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Tổng quan gameplay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Người chơi di chuyển, né tránh enemy và tấn công mục tiêu.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Khi tiêu diệt enemy, người chơi nhận kinh nghiệm, lên cấp và chọn buff để tăng sức mạnh.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Độ khó tăng dần theo từng wave và có boss ở các mốc quan trọng.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Trò chơi có HUD và bảng xếp hạng để hỗ trợ trải nghiệm và theo dõi kết quả.</a:t>
            </a:r>
          </a:p>
        </p:txBody>
      </p:sp>
      <p:pic>
        <p:nvPicPr>
          <p:cNvPr id="9" name="anim-fade-10-media" descr="doc_image_35.png">
            <a:extLst>
              <a:ext uri="{FF2B5EF4-FFF2-40B4-BE49-F238E27FC236}">
                <a16:creationId xmlns:a16="http://schemas.microsoft.com/office/drawing/2014/main" id="{E4B24DE5-DC49-B121-92A4-6B3B1F65A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558" y="2380392"/>
            <a:ext cx="4553712" cy="25128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0265" y="559731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LÝ THUYẾT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CÔNG NGHỆ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413" y="2159193"/>
            <a:ext cx="5158587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Unity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413" y="3617214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latin typeface="Times New Roman"/>
              </a:rPr>
              <a:t>Dựng scene, gameplay và giao diện.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19875" y="2204410"/>
            <a:ext cx="515858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Times New Roman"/>
              </a:rPr>
              <a:t>C#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9875" y="3670786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Ngôn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ngữ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lập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trình</a:t>
            </a:r>
            <a:r>
              <a:rPr lang="en-US"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latin typeface="Times New Roman"/>
              </a:rPr>
              <a:t>chính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1587" y="4462272"/>
            <a:ext cx="5158587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00000"/>
                </a:solidFill>
                <a:latin typeface="Times New Roman"/>
              </a:rPr>
              <a:t>PlayFab</a:t>
            </a:r>
            <a:endParaRPr sz="2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19875" y="5760720"/>
            <a:ext cx="5122011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Times New Roman"/>
              </a:rPr>
              <a:t>Lưu leaderboard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đồng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bộ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tên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người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Times New Roman"/>
              </a:rPr>
              <a:t>chơi</a:t>
            </a:r>
            <a:r>
              <a:rPr sz="2000" b="0" dirty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9DB44E-E506-E3C3-5782-DB4BFC7990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26" y="4766645"/>
            <a:ext cx="2632574" cy="9790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530E90-8EEC-44A9-448F-317312F26B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320" y="2669667"/>
            <a:ext cx="1001119" cy="10011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49C11FA-A222-D975-0433-6F7169B3B0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718" y="2579763"/>
            <a:ext cx="2819400" cy="10374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F0CD74-BCC6-E049-1E16-B875943453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796" y="4782312"/>
            <a:ext cx="929716" cy="9297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5B1AFBB-DC89-72EB-648B-E0E657116E49}"/>
              </a:ext>
            </a:extLst>
          </p:cNvPr>
          <p:cNvSpPr txBox="1"/>
          <p:nvPr/>
        </p:nvSpPr>
        <p:spPr>
          <a:xfrm>
            <a:off x="299008" y="4376131"/>
            <a:ext cx="6096000" cy="394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Visual Studio Code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5358D3-ED00-9675-5E4A-478EE96FC231}"/>
              </a:ext>
            </a:extLst>
          </p:cNvPr>
          <p:cNvSpPr txBox="1"/>
          <p:nvPr/>
        </p:nvSpPr>
        <p:spPr>
          <a:xfrm>
            <a:off x="693649" y="5787092"/>
            <a:ext cx="5122011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latin typeface="Times New Roman"/>
              </a:rPr>
              <a:t>Môi trường lập trình và chỉnh sửa mã nguồn.</a:t>
            </a:r>
            <a:endParaRPr sz="20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38" y="2339290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chính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anim-appear-10-line-1"/>
          <p:cNvSpPr txBox="1"/>
          <p:nvPr/>
        </p:nvSpPr>
        <p:spPr>
          <a:xfrm>
            <a:off x="777238" y="2881122"/>
            <a:ext cx="5135727" cy="2989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Gameplay chính</a:t>
            </a:r>
            <a:endParaRPr lang="en-US" sz="20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Định danh người chơi, bắt đầu trận đấu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Điều khiển nhân vật, chiến đấu với enemy và vượt qua các wave.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Nhận kinh nghiệm, lên cấp, chọn buff và đổi theme map theo tiến trình.</a:t>
            </a:r>
          </a:p>
        </p:txBody>
      </p:sp>
      <p:sp>
        <p:nvSpPr>
          <p:cNvPr id="9" name="anim-appear-40-line-1"/>
          <p:cNvSpPr txBox="1"/>
          <p:nvPr/>
        </p:nvSpPr>
        <p:spPr>
          <a:xfrm>
            <a:off x="6324446" y="2881122"/>
            <a:ext cx="5135727" cy="2989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Giao diện và hệ thống hỗ trợ</a:t>
            </a:r>
            <a:endParaRPr lang="en-US" sz="20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Hiển thị HUD, menu tạm dừng, cài đặt và loading hỗ trợ trong trận.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Nhập tên người chơi và hiển thị bảng xếp hạng.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Kết nối các chức năng thành một vòng chơi hoàn chỉnh.</a:t>
            </a:r>
          </a:p>
        </p:txBody>
      </p:sp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PHÂN TÍCH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74458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Tổ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project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module code</a:t>
            </a:r>
          </a:p>
        </p:txBody>
      </p:sp>
      <p:sp>
        <p:nvSpPr>
          <p:cNvPr id="6" name="anim-appear-10-line-1"/>
          <p:cNvSpPr txBox="1"/>
          <p:nvPr/>
        </p:nvSpPr>
        <p:spPr>
          <a:xfrm>
            <a:off x="777240" y="2995422"/>
            <a:ext cx="5135727" cy="26661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gameplay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Xử lý điều khiển nhân vật và chiến đấu.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Quản lý enemy, đạn bắn và wave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Tổ chức dữ liệu để dễ chỉnh sửa và phát triển thêm.</a:t>
            </a:r>
          </a:p>
        </p:txBody>
      </p:sp>
      <p:sp>
        <p:nvSpPr>
          <p:cNvPr id="9" name="anim-appear-40-line-1"/>
          <p:cNvSpPr txBox="1"/>
          <p:nvPr/>
        </p:nvSpPr>
        <p:spPr>
          <a:xfrm>
            <a:off x="6324448" y="2995422"/>
            <a:ext cx="5135727" cy="26661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Nhóm hỗ trợ</a:t>
            </a:r>
            <a:endParaRPr lang="en-US" sz="20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Quản lý kinh nghiệm, lên cấp và buff.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Hiển thị giao diện và các chức năng hỗ trợ trong game.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Kết nối bảng xếp hạng và lưu điểm người chơi.</a:t>
            </a:r>
          </a:p>
        </p:txBody>
      </p:sp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83792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Điều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khiển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đấu</a:t>
            </a:r>
            <a:endParaRPr sz="24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anim-fade-10-media" descr="doc_imag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808108"/>
            <a:ext cx="4553712" cy="251280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3030093"/>
            <a:ext cx="5212080" cy="3571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Người chơi di chuyển nhân vật bằng bàn phím và có thể sử dụng dash để né enemy.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Hệ thống tự động tìm mục tiêu gần nhất để thực hiện tấn công.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Cơ chế bắn tự động giúp người chơi tập trung nhiều hơn vào di chuyển và chiến thuật giữ vị trí.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Cách chơi này giúp trận đấu diễn ra nhanh và tạo cảm giác liên tục.</a:t>
            </a:r>
          </a:p>
        </p:txBody>
      </p:sp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46645"/>
            <a:ext cx="10682935" cy="39991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Times New Roman"/>
              </a:rPr>
              <a:t>Enemy, boss </a:t>
            </a:r>
            <a:r>
              <a:rPr sz="24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2400" b="1" dirty="0">
                <a:solidFill>
                  <a:srgbClr val="000000"/>
                </a:solidFill>
                <a:latin typeface="Times New Roman"/>
              </a:rPr>
              <a:t> wave</a:t>
            </a:r>
          </a:p>
        </p:txBody>
      </p:sp>
      <p:sp>
        <p:nvSpPr>
          <p:cNvPr id="4" name="anim-appear-50-line-1"/>
          <p:cNvSpPr txBox="1"/>
          <p:nvPr/>
        </p:nvSpPr>
        <p:spPr>
          <a:xfrm>
            <a:off x="777240" y="2938801"/>
            <a:ext cx="5074920" cy="38942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- Trong trò chơi có nhiều loại enemy như enemy bay, enemy đánh xa và enemy cận chiến.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Các enemy được xuất hiện theo từng wave để tạo áp lực cho người chơi.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Ở những mốc nhất định sẽ xuất hiện boss để tăng thử thách và tạo cao trào.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Độ khó của trò chơi tăng dần theo từng wave thông qua số lượng và loại enemy.</a:t>
            </a:r>
          </a:p>
        </p:txBody>
      </p:sp>
      <p:pic>
        <p:nvPicPr>
          <p:cNvPr id="9" name="anim-fade-10-enemy-1" descr="doc_imag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811" y="2542032"/>
            <a:ext cx="1791222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0" name="anim-appear-11-enemy-cap-1"/>
          <p:cNvSpPr txBox="1"/>
          <p:nvPr/>
        </p:nvSpPr>
        <p:spPr>
          <a:xfrm>
            <a:off x="6492240" y="3630168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Enemy bay</a:t>
            </a:r>
          </a:p>
        </p:txBody>
      </p:sp>
      <p:pic>
        <p:nvPicPr>
          <p:cNvPr id="12" name="anim-fade-20-enemy-2" descr="doc_image_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424" y="2542032"/>
            <a:ext cx="1783360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3" name="anim-appear-21-enemy-cap-2"/>
          <p:cNvSpPr txBox="1"/>
          <p:nvPr/>
        </p:nvSpPr>
        <p:spPr>
          <a:xfrm>
            <a:off x="8869680" y="3630168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Enemy đánh xa</a:t>
            </a:r>
          </a:p>
        </p:txBody>
      </p:sp>
      <p:pic>
        <p:nvPicPr>
          <p:cNvPr id="15" name="anim-fade-30-enemy-3" descr="doc_image_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898" y="4041648"/>
            <a:ext cx="1789531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6" name="anim-appear-31-enemy-cap-3"/>
          <p:cNvSpPr txBox="1"/>
          <p:nvPr/>
        </p:nvSpPr>
        <p:spPr>
          <a:xfrm>
            <a:off x="6492240" y="5129784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Enemy cận chiến</a:t>
            </a:r>
          </a:p>
        </p:txBody>
      </p:sp>
      <p:pic>
        <p:nvPicPr>
          <p:cNvPr id="18" name="anim-fade-40-enemy-4" descr="doc_image_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1338" y="4041648"/>
            <a:ext cx="1789531" cy="100584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19" name="anim-appear-41-enemy-cap-4"/>
          <p:cNvSpPr txBox="1"/>
          <p:nvPr/>
        </p:nvSpPr>
        <p:spPr>
          <a:xfrm>
            <a:off x="8869680" y="5129784"/>
            <a:ext cx="221284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Boss / LawaChurl</a:t>
            </a:r>
          </a:p>
        </p:txBody>
      </p:sp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0" grpId="0" autoUpdateAnimBg="0"/>
      <p:bldP spid="13" grpId="0" autoUpdateAnimBg="0"/>
      <p:bldP spid="16" grpId="0" autoUpdateAnimBg="0"/>
      <p:bldP spid="1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QUY TRÌNH THỰC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77494"/>
            <a:ext cx="10682935" cy="3393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latin typeface="Times New Roman"/>
              </a:rPr>
              <a:t>Kinh nghiệm, lên cấp và buff</a:t>
            </a:r>
          </a:p>
        </p:txBody>
      </p:sp>
      <p:pic>
        <p:nvPicPr>
          <p:cNvPr id="5" name="anim-fade-10-media" descr="doc_im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793044"/>
            <a:ext cx="4553712" cy="2542929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3039618"/>
            <a:ext cx="5212080" cy="32478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/>
                <a:latin typeface="Times New Roman"/>
              </a:rPr>
              <a:t>- Người chơi nhận kinh nghiệm khi tiêu diệt enemy.</a:t>
            </a:r>
            <a:endParaRPr lang="en-US" sz="2000" b="0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/>
                <a:latin typeface="Times New Roman"/>
              </a:rPr>
              <a:t>- Khi đủ kinh nghiệm, nhân vật sẽ lên cấp.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/>
                <a:latin typeface="Times New Roman"/>
              </a:rPr>
              <a:t>- Mỗi lần lên cấp, người chơi được chọn buff để tăng sức mạnh.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/>
                <a:latin typeface="Times New Roman"/>
              </a:rPr>
              <a:t>- Các buff giúp thay đổi cách chơi và hỗ trợ vượt qua các wave khó hơn.</a:t>
            </a:r>
          </a:p>
        </p:txBody>
      </p:sp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9315" y="570606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GIAO DIỆN VÀ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
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TRẢI</a:t>
            </a:r>
            <a:r>
              <a:rPr lang="en-US" sz="3600" b="1" dirty="0">
                <a:solidFill>
                  <a:srgbClr val="1F4E79"/>
                </a:solidFill>
                <a:latin typeface="Times New Roman"/>
              </a:rPr>
              <a:t> </a:t>
            </a:r>
            <a:r>
              <a:rPr sz="3600" b="1" dirty="0">
                <a:solidFill>
                  <a:srgbClr val="1F4E79"/>
                </a:solidFill>
                <a:latin typeface="Times New Roman"/>
              </a:rPr>
              <a:t>NGHIỆM</a:t>
            </a:r>
          </a:p>
        </p:txBody>
      </p:sp>
      <p:pic>
        <p:nvPicPr>
          <p:cNvPr id="5" name="anim-fade-10-media" descr="doc_im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96935"/>
            <a:ext cx="4553712" cy="2537482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86765" y="2488311"/>
            <a:ext cx="5212080" cy="42173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HUD, pause, settings, theme map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HUD hiển thị các thông tin chính như máu, kinh nghiệm, cấp độ và wave hiện tại.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Menu pause và settings hỗ trợ tạm dừng trò chơi và điều chỉnh âm thanh.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Theme map được thay đổi theo từng giai đoạn để tạo cảm giác mới trong quá trình chơi.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Các giao diện được hiển thị đúng theo trạng thái của trận đấu.</a:t>
            </a:r>
          </a:p>
        </p:txBody>
      </p:sp>
    </p:spTree>
    <p:extLst>
      <p:ext uri="{BB962C8B-B14F-4D97-AF65-F5344CB8AC3E}">
        <p14:creationId xmlns:p14="http://schemas.microsoft.com/office/powerpoint/2010/main" val="3831616474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9315" y="557784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GIAO DIỆN VÀ
TRẢI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68296"/>
            <a:ext cx="10682935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latin typeface="Times New Roman"/>
              </a:rPr>
              <a:t>Challenge và bắt đầu trận</a:t>
            </a:r>
            <a:endParaRPr sz="2000" b="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anim-fade-10-media" descr="doc_imag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94269"/>
            <a:ext cx="4553712" cy="2542814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907411"/>
            <a:ext cx="5212080" cy="29247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Người chơi tương tác với khu vực challenge để mở panel bắt đầu trận.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Panel hiển thị hướng dẫn điều khiển cơ bản trước khi vào trận.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Sau khi xác nhận bắt đầu, hệ thống khởi tạo wave đầu tiên và chuyển sang trạng thái chiến đấu.</a:t>
            </a:r>
          </a:p>
        </p:txBody>
      </p:sp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9315" y="557784"/>
            <a:ext cx="6217920" cy="116307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F4E79"/>
                </a:solidFill>
                <a:latin typeface="Times New Roman"/>
              </a:rPr>
              <a:t>GIAO DIỆN VÀ
TRẢI NGHIỆM</a:t>
            </a:r>
          </a:p>
        </p:txBody>
      </p:sp>
      <p:pic>
        <p:nvPicPr>
          <p:cNvPr id="5" name="anim-fade-10-media" descr="doc_im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993201"/>
            <a:ext cx="4553712" cy="2544950"/>
          </a:xfrm>
          <a:prstGeom prst="rect">
            <a:avLst/>
          </a:prstGeom>
          <a:ln w="8890">
            <a:solidFill>
              <a:srgbClr val="1F4E79"/>
            </a:solidFill>
          </a:ln>
        </p:spPr>
      </p:pic>
      <p:sp>
        <p:nvSpPr>
          <p:cNvPr id="6" name="anim-appear-20-line-1"/>
          <p:cNvSpPr txBox="1"/>
          <p:nvPr/>
        </p:nvSpPr>
        <p:spPr>
          <a:xfrm>
            <a:off x="777240" y="2688336"/>
            <a:ext cx="5212080" cy="3571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Leaderboard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Điểm số của người chơi được gửi lên hệ thống PlayFab sau khi kết thúc trận đấu.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Bảng xếp hạng hiển thị danh sách người chơi theo điểm số từ cao xuống thấp.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Người chơi có thể theo dõi thứ hạng của mình trực tiếp trên giao diện.</a:t>
            </a:r>
          </a:p>
        </p:txBody>
      </p:sp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739139" y="2543175"/>
            <a:ext cx="10567035" cy="227838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Kiểm thử và kết quả đạt được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Đề tài đã kiểm thử các chức năng chính như vào trận, chiến đấu, lên cấp, tạm dừng và bảng xếp hạng.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Kết quả đạt được là xây dựng được một game sinh tồn 3D có thể chạy và trình bày trên thực tế.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Sản phẩm đã thể hiện rõ phần gameplay, giao diện và kết nối bảng xếp hạng trực tuyến.</a:t>
            </a:r>
          </a:p>
        </p:txBody>
      </p:sp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8840" y="1143000"/>
            <a:ext cx="62179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F4E79"/>
                </a:solidFill>
                <a:latin typeface="Times New Roman"/>
              </a:rPr>
              <a:t>KẾT LUẬN</a:t>
            </a:r>
          </a:p>
        </p:txBody>
      </p:sp>
      <p:sp>
        <p:nvSpPr>
          <p:cNvPr id="4" name="anim-appear-10-line-1"/>
          <p:cNvSpPr txBox="1"/>
          <p:nvPr/>
        </p:nvSpPr>
        <p:spPr>
          <a:xfrm>
            <a:off x="681990" y="2519095"/>
            <a:ext cx="10058400" cy="260154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Hạn chế và hướng phát triển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Số lượng enemy, buff và nội dung trong game hiện vẫn còn chưa nhiều.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Một số phần giao diện và hiệu năng vẫn cần tiếp tục hoàn thiện.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>
                <a:solidFill>
                  <a:srgbClr val="000000"/>
                </a:solidFill>
                <a:latin typeface="Times New Roman"/>
              </a:rPr>
              <a:t>- Trong thời gian tới, đề tài có thể mở rộng thêm map, boss, buff và các chỉ số thống kê.</a:t>
            </a: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B6366-772A-E1CA-4AB0-A142CB3B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nim-appear-10-line-1">
            <a:extLst>
              <a:ext uri="{FF2B5EF4-FFF2-40B4-BE49-F238E27FC236}">
                <a16:creationId xmlns:a16="http://schemas.microsoft.com/office/drawing/2014/main" id="{29A4A27A-67BB-5410-B605-54443B4D3493}"/>
              </a:ext>
            </a:extLst>
          </p:cNvPr>
          <p:cNvSpPr txBox="1"/>
          <p:nvPr/>
        </p:nvSpPr>
        <p:spPr>
          <a:xfrm>
            <a:off x="901065" y="3429000"/>
            <a:ext cx="10058400" cy="580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3600" b="1" dirty="0">
                <a:solidFill>
                  <a:srgbClr val="0070C0"/>
                </a:solidFill>
                <a:latin typeface="Arial"/>
                <a:cs typeface="Arial"/>
              </a:rPr>
              <a:t>EM </a:t>
            </a:r>
            <a:r>
              <a:rPr lang="vi-VN" sz="3600" b="1" dirty="0">
                <a:solidFill>
                  <a:srgbClr val="0070C0"/>
                </a:solidFill>
                <a:latin typeface="Arial"/>
                <a:cs typeface="Arial"/>
              </a:rPr>
              <a:t>XIN CẢM ƠN THẦY CÔ ĐÃ LẮNG NGHE</a:t>
            </a:r>
            <a:endParaRPr lang="vi-VN" sz="20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8645642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1223</Words>
  <Application>Microsoft Office PowerPoint</Application>
  <PresentationFormat>Widescreen</PresentationFormat>
  <Paragraphs>162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Thái Hào</cp:lastModifiedBy>
  <cp:revision>304</cp:revision>
  <dcterms:created xsi:type="dcterms:W3CDTF">2020-12-14T15:14:04Z</dcterms:created>
  <dcterms:modified xsi:type="dcterms:W3CDTF">2026-05-31T08:54:27Z</dcterms:modified>
</cp:coreProperties>
</file>