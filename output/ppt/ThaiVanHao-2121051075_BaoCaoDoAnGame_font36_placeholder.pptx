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370" r:id="rId2"/>
    <p:sldId id="371" r:id="rId3"/>
    <p:sldId id="372" r:id="rId4"/>
    <p:sldId id="383" r:id="rId5"/>
    <p:sldId id="382" r:id="rId6"/>
    <p:sldId id="386" r:id="rId7"/>
    <p:sldId id="381" r:id="rId8"/>
    <p:sldId id="380" r:id="rId9"/>
    <p:sldId id="379" r:id="rId10"/>
    <p:sldId id="384" r:id="rId11"/>
    <p:sldId id="378" r:id="rId12"/>
    <p:sldId id="377" r:id="rId13"/>
    <p:sldId id="376" r:id="rId14"/>
    <p:sldId id="375" r:id="rId15"/>
    <p:sldId id="385" r:id="rId16"/>
    <p:sldId id="387" r:id="rId1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2693"/>
    <a:srgbClr val="303492"/>
    <a:srgbClr val="0000CC"/>
    <a:srgbClr val="F0FF5B"/>
    <a:srgbClr val="C25B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 autoAdjust="0"/>
    <p:restoredTop sz="91176" autoAdjust="0"/>
  </p:normalViewPr>
  <p:slideViewPr>
    <p:cSldViewPr snapToGrid="0">
      <p:cViewPr varScale="1">
        <p:scale>
          <a:sx n="101" d="100"/>
          <a:sy n="101" d="100"/>
        </p:scale>
        <p:origin x="1278" y="102"/>
      </p:cViewPr>
      <p:guideLst>
        <p:guide orient="horz" pos="2160"/>
        <p:guide pos="3840"/>
      </p:guideLst>
    </p:cSldViewPr>
  </p:slideViewPr>
  <p:notesTextViewPr>
    <p:cViewPr>
      <p:scale>
        <a:sx n="70" d="100"/>
        <a:sy n="7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8E9E5-2994-0341-8455-2B688C92E95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EDBB8-7987-7B40-9AFE-E516A5D28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13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EDBB8-7987-7B40-9AFE-E516A5D285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27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FE05A88-1265-F799-8AFC-5C30860C27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1125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53086" y="365125"/>
            <a:ext cx="6280031" cy="1325563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3929"/>
            <a:ext cx="10515600" cy="38730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4027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78541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BEE52F-77BA-5078-BCEE-D6FFD80E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6976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1AA48C2-430A-3D32-1061-5F6741DF8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23451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6E79684-D115-C5EA-F2AC-BC326550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1073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7CE13C6-A001-9A5B-A91C-FF0B67AD04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81081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C8DA68F-E7A9-5272-F50D-237B7E42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43241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D99E1C9-1027-D65E-36D2-449EE91EAA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4465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24CCEA7-948C-7933-5A40-0FE32DBB81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7801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4AD8CFA-EEE6-6B00-1BD6-54887768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4658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667740A-CC60-C460-CD7A-198AE6215B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542157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8581" y="329956"/>
            <a:ext cx="65920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3968" y="2470637"/>
            <a:ext cx="9489831" cy="3706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>
            <a:alphaModFix amt="20000"/>
          </a:blip>
          <a:stretch>
            <a:fillRect/>
          </a:stretch>
        </p:blipFill>
        <p:spPr>
          <a:xfrm>
            <a:off x="8896289" y="968590"/>
            <a:ext cx="3165082" cy="4973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087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8880" y="1600200"/>
            <a:ext cx="731520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4E79"/>
                </a:solidFill>
                <a:latin typeface="Times New Roman"/>
              </a:rPr>
              <a:t>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240280"/>
            <a:ext cx="9326880" cy="10058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Times New Roman"/>
              </a:rPr>
              <a:t>NGHIÊN CỨU VÀ PHÁT TRIỂN TRÒ CHƠI SINH TỒN 3D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3886200"/>
            <a:ext cx="83210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Sinh viên thực hiện: Thái Văn Hào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4270248"/>
            <a:ext cx="83210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Mã sinh viên: 2121051075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4654296"/>
            <a:ext cx="83210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Giáo viên hướng dẫn: Phạm Quang Hiển</a:t>
            </a:r>
          </a:p>
        </p:txBody>
      </p:sp>
    </p:spTree>
    <p:extLst>
      <p:ext uri="{BB962C8B-B14F-4D97-AF65-F5344CB8AC3E}">
        <p14:creationId xmlns:p14="http://schemas.microsoft.com/office/powerpoint/2010/main" val="2461206410"/>
      </p:ext>
    </p:extLst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NỘI DUNG TRÌNH BÀY</a:t>
            </a:r>
          </a:p>
        </p:txBody>
      </p:sp>
      <p:sp>
        <p:nvSpPr>
          <p:cNvPr id="3" name="anim-appear-10-agenda-1"/>
          <p:cNvSpPr txBox="1"/>
          <p:nvPr/>
        </p:nvSpPr>
        <p:spPr>
          <a:xfrm>
            <a:off x="777240" y="2468880"/>
            <a:ext cx="10682935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1. GIỚI THIỆU ĐỀ TÀI</a:t>
            </a:r>
          </a:p>
        </p:txBody>
      </p:sp>
      <p:sp>
        <p:nvSpPr>
          <p:cNvPr id="4" name="anim-appear-20-agenda-2"/>
          <p:cNvSpPr txBox="1"/>
          <p:nvPr/>
        </p:nvSpPr>
        <p:spPr>
          <a:xfrm>
            <a:off x="777240" y="2907792"/>
            <a:ext cx="10682935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2. LÝ THUYẾT VÀ CÔNG NGHỆ</a:t>
            </a:r>
          </a:p>
        </p:txBody>
      </p:sp>
      <p:sp>
        <p:nvSpPr>
          <p:cNvPr id="5" name="anim-appear-30-agenda-3"/>
          <p:cNvSpPr txBox="1"/>
          <p:nvPr/>
        </p:nvSpPr>
        <p:spPr>
          <a:xfrm>
            <a:off x="777240" y="3346704"/>
            <a:ext cx="10682935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3. PHÂN TÍCH HỆ THỐNG</a:t>
            </a:r>
          </a:p>
        </p:txBody>
      </p:sp>
      <p:sp>
        <p:nvSpPr>
          <p:cNvPr id="6" name="anim-appear-40-agenda-4"/>
          <p:cNvSpPr txBox="1"/>
          <p:nvPr/>
        </p:nvSpPr>
        <p:spPr>
          <a:xfrm>
            <a:off x="777240" y="3785616"/>
            <a:ext cx="10682935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4. QUY TRÌNH THỰC HIỆN</a:t>
            </a:r>
          </a:p>
        </p:txBody>
      </p:sp>
      <p:sp>
        <p:nvSpPr>
          <p:cNvPr id="7" name="anim-appear-50-agenda-5"/>
          <p:cNvSpPr txBox="1"/>
          <p:nvPr/>
        </p:nvSpPr>
        <p:spPr>
          <a:xfrm>
            <a:off x="777240" y="4224528"/>
            <a:ext cx="10682935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5. GIAO DIỆN VÀ TRẢI NGHIỆM</a:t>
            </a:r>
          </a:p>
        </p:txBody>
      </p:sp>
      <p:sp>
        <p:nvSpPr>
          <p:cNvPr id="8" name="anim-appear-60-agenda-6"/>
          <p:cNvSpPr txBox="1"/>
          <p:nvPr/>
        </p:nvSpPr>
        <p:spPr>
          <a:xfrm>
            <a:off x="777240" y="4663440"/>
            <a:ext cx="10682935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6. KẾT LUẬN</a:t>
            </a:r>
          </a:p>
        </p:txBody>
      </p:sp>
    </p:spTree>
    <p:extLst>
      <p:ext uri="{BB962C8B-B14F-4D97-AF65-F5344CB8AC3E}">
        <p14:creationId xmlns:p14="http://schemas.microsoft.com/office/powerpoint/2010/main" val="3626447906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9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GIỚI THIỆU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Lý do chọn đề tài</a:t>
            </a:r>
          </a:p>
        </p:txBody>
      </p:sp>
      <p:sp>
        <p:nvSpPr>
          <p:cNvPr id="4" name="anim-appear-10-line-1"/>
          <p:cNvSpPr txBox="1"/>
          <p:nvPr/>
        </p:nvSpPr>
        <p:spPr>
          <a:xfrm>
            <a:off x="777240" y="2487168"/>
            <a:ext cx="1005840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Game 3D giúp thể hiện rõ phần lập trình, UI và tổ chức hệ thống.</a:t>
            </a:r>
          </a:p>
        </p:txBody>
      </p:sp>
      <p:sp>
        <p:nvSpPr>
          <p:cNvPr id="5" name="anim-appear-20-line-2"/>
          <p:cNvSpPr txBox="1"/>
          <p:nvPr/>
        </p:nvSpPr>
        <p:spPr>
          <a:xfrm>
            <a:off x="777240" y="3255264"/>
            <a:ext cx="1005840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Roguelike sinh tồn có vòng chơi ngắn, dễ demo và dễ đánh giá.</a:t>
            </a:r>
          </a:p>
        </p:txBody>
      </p:sp>
      <p:sp>
        <p:nvSpPr>
          <p:cNvPr id="6" name="anim-appear-30-line-3"/>
          <p:cNvSpPr txBox="1"/>
          <p:nvPr/>
        </p:nvSpPr>
        <p:spPr>
          <a:xfrm>
            <a:off x="777240" y="4023360"/>
            <a:ext cx="1005840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Mục tiêu là tạo prototype chơi được, không chỉ dừng ở lý thuyết.</a:t>
            </a:r>
          </a:p>
        </p:txBody>
      </p:sp>
    </p:spTree>
    <p:extLst>
      <p:ext uri="{BB962C8B-B14F-4D97-AF65-F5344CB8AC3E}">
        <p14:creationId xmlns:p14="http://schemas.microsoft.com/office/powerpoint/2010/main" val="1363924659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GIỚI THIỆU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240280"/>
            <a:ext cx="5135727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447" y="2240280"/>
            <a:ext cx="5135727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Phạm vi</a:t>
            </a:r>
          </a:p>
        </p:txBody>
      </p:sp>
      <p:sp>
        <p:nvSpPr>
          <p:cNvPr id="5" name="anim-appear-10-line-1"/>
          <p:cNvSpPr txBox="1"/>
          <p:nvPr/>
        </p:nvSpPr>
        <p:spPr>
          <a:xfrm>
            <a:off x="777240" y="2651760"/>
            <a:ext cx="5135727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Xây dựng prototype roguelike sinh tồn 3D trên Unity.</a:t>
            </a:r>
          </a:p>
        </p:txBody>
      </p:sp>
      <p:sp>
        <p:nvSpPr>
          <p:cNvPr id="6" name="anim-appear-20-line-2"/>
          <p:cNvSpPr txBox="1"/>
          <p:nvPr/>
        </p:nvSpPr>
        <p:spPr>
          <a:xfrm>
            <a:off x="777240" y="3419856"/>
            <a:ext cx="5135727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Hoàn thiện vòng chơi từ chiến đấu, EXP đến chọn buff theo wave.</a:t>
            </a:r>
          </a:p>
        </p:txBody>
      </p:sp>
      <p:sp>
        <p:nvSpPr>
          <p:cNvPr id="7" name="anim-appear-40-line-1"/>
          <p:cNvSpPr txBox="1"/>
          <p:nvPr/>
        </p:nvSpPr>
        <p:spPr>
          <a:xfrm>
            <a:off x="6324447" y="2651760"/>
            <a:ext cx="5135727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Tập trung vào core gameplay, UI trong trận và leaderboard.</a:t>
            </a:r>
          </a:p>
        </p:txBody>
      </p:sp>
      <p:sp>
        <p:nvSpPr>
          <p:cNvPr id="8" name="anim-appear-50-line-2"/>
          <p:cNvSpPr txBox="1"/>
          <p:nvPr/>
        </p:nvSpPr>
        <p:spPr>
          <a:xfrm>
            <a:off x="6324447" y="3419856"/>
            <a:ext cx="5135727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Chưa đi sâu vào multiplayer, cốt truyện dài và save/load hoàn chỉnh.</a:t>
            </a:r>
          </a:p>
        </p:txBody>
      </p:sp>
    </p:spTree>
    <p:extLst>
      <p:ext uri="{BB962C8B-B14F-4D97-AF65-F5344CB8AC3E}">
        <p14:creationId xmlns:p14="http://schemas.microsoft.com/office/powerpoint/2010/main" val="1934637388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9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8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841248"/>
            <a:ext cx="6217920" cy="10241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LÝ THUYẾT VÀ
CÔNG NGHỆ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231136"/>
            <a:ext cx="10682935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Tổng quan gameplay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37960" y="2688336"/>
            <a:ext cx="4663440" cy="3154680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anim-fade-10-media" descr="doc_image_3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985926"/>
            <a:ext cx="4553712" cy="255950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anim-appear-20-line-1"/>
          <p:cNvSpPr txBox="1"/>
          <p:nvPr/>
        </p:nvSpPr>
        <p:spPr>
          <a:xfrm>
            <a:off x="777240" y="2688336"/>
            <a:ext cx="521208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Đề tài hướng đến prototype survivor 3D theo phong cách roguelike.</a:t>
            </a:r>
          </a:p>
        </p:txBody>
      </p:sp>
      <p:sp>
        <p:nvSpPr>
          <p:cNvPr id="7" name="anim-appear-30-line-2"/>
          <p:cNvSpPr txBox="1"/>
          <p:nvPr/>
        </p:nvSpPr>
        <p:spPr>
          <a:xfrm>
            <a:off x="777240" y="3456432"/>
            <a:ext cx="521208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Người chơi sống sót qua nhiều wave, tiêu diệt enemy và tích lũy EXP.</a:t>
            </a:r>
          </a:p>
        </p:txBody>
      </p:sp>
      <p:sp>
        <p:nvSpPr>
          <p:cNvPr id="8" name="anim-appear-40-line-3"/>
          <p:cNvSpPr txBox="1"/>
          <p:nvPr/>
        </p:nvSpPr>
        <p:spPr>
          <a:xfrm>
            <a:off x="777240" y="4224528"/>
            <a:ext cx="521208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Vòng chơi nối liền combat, tăng sức mạnh, đổi theme map và leaderboard.</a:t>
            </a:r>
          </a:p>
        </p:txBody>
      </p:sp>
    </p:spTree>
    <p:extLst>
      <p:ext uri="{BB962C8B-B14F-4D97-AF65-F5344CB8AC3E}">
        <p14:creationId xmlns:p14="http://schemas.microsoft.com/office/powerpoint/2010/main" val="3640733493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9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8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841248"/>
            <a:ext cx="6217920" cy="10241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LÝ THUYẾT VÀ
CÔNG NGHỆ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59152"/>
            <a:ext cx="5158587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Unity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" y="2743200"/>
            <a:ext cx="5085435" cy="841248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1F4E79"/>
                </a:solidFill>
                <a:latin typeface="Times New Roman"/>
              </a:rPr>
              <a:t>Chèn logo / ảnh 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3657600"/>
            <a:ext cx="5122011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Dựng scene, gameplay runtime và 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1587" y="2359152"/>
            <a:ext cx="5158587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C#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8163" y="2743200"/>
            <a:ext cx="5085435" cy="841248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1F4E79"/>
                </a:solidFill>
                <a:latin typeface="Times New Roman"/>
              </a:rPr>
              <a:t>Chèn logo / ảnh C#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19875" y="3657600"/>
            <a:ext cx="5122011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Hiện thực điều khiển, combat và logic hệ thống.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62272"/>
            <a:ext cx="5158587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Input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" y="4846320"/>
            <a:ext cx="5085435" cy="841248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1F4E79"/>
                </a:solidFill>
                <a:latin typeface="Times New Roman"/>
              </a:rPr>
              <a:t>Chèn logo / ảnh Input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5760720"/>
            <a:ext cx="5122011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Nhận thao tác di chuyển, dash và tương tác.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1587" y="4462272"/>
            <a:ext cx="5158587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PlayFab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8163" y="4846320"/>
            <a:ext cx="5085435" cy="841248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1F4E79"/>
                </a:solidFill>
                <a:latin typeface="Times New Roman"/>
              </a:rPr>
              <a:t>Chèn logo / ảnh PlayFab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9875" y="5760720"/>
            <a:ext cx="5122011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Lưu leaderboard và đồng bộ tên người chơi.</a:t>
            </a:r>
          </a:p>
        </p:txBody>
      </p:sp>
    </p:spTree>
    <p:extLst>
      <p:ext uri="{BB962C8B-B14F-4D97-AF65-F5344CB8AC3E}">
        <p14:creationId xmlns:p14="http://schemas.microsoft.com/office/powerpoint/2010/main" val="3381826541"/>
      </p:ext>
    </p:extLst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PHÂN TÍCH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Nhóm chức năng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50592"/>
            <a:ext cx="5135727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Gameplay và tiến trình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447" y="2450592"/>
            <a:ext cx="5135727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Hỗ trợ và trình diễn</a:t>
            </a:r>
          </a:p>
        </p:txBody>
      </p:sp>
      <p:sp>
        <p:nvSpPr>
          <p:cNvPr id="6" name="anim-appear-10-line-1"/>
          <p:cNvSpPr txBox="1"/>
          <p:nvPr/>
        </p:nvSpPr>
        <p:spPr>
          <a:xfrm>
            <a:off x="777240" y="2862072"/>
            <a:ext cx="5135727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Định danh người chơi, bắt đầu trận và khởi tạo challenge.</a:t>
            </a:r>
          </a:p>
        </p:txBody>
      </p:sp>
      <p:sp>
        <p:nvSpPr>
          <p:cNvPr id="7" name="anim-appear-20-line-2"/>
          <p:cNvSpPr txBox="1"/>
          <p:nvPr/>
        </p:nvSpPr>
        <p:spPr>
          <a:xfrm>
            <a:off x="777240" y="3630168"/>
            <a:ext cx="5135727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Điều khiển nhân vật, chiến đấu, enemy và wave.</a:t>
            </a:r>
          </a:p>
        </p:txBody>
      </p:sp>
      <p:sp>
        <p:nvSpPr>
          <p:cNvPr id="8" name="anim-appear-30-line-3"/>
          <p:cNvSpPr txBox="1"/>
          <p:nvPr/>
        </p:nvSpPr>
        <p:spPr>
          <a:xfrm>
            <a:off x="777240" y="4398264"/>
            <a:ext cx="5135727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EXP, level-up, buff và đổi theme map theo tiến trình.</a:t>
            </a:r>
          </a:p>
        </p:txBody>
      </p:sp>
      <p:sp>
        <p:nvSpPr>
          <p:cNvPr id="9" name="anim-appear-40-line-1"/>
          <p:cNvSpPr txBox="1"/>
          <p:nvPr/>
        </p:nvSpPr>
        <p:spPr>
          <a:xfrm>
            <a:off x="6324447" y="2862072"/>
            <a:ext cx="5135727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HUD, pause, settings và loading hỗ trợ trong trận.</a:t>
            </a:r>
          </a:p>
        </p:txBody>
      </p:sp>
      <p:sp>
        <p:nvSpPr>
          <p:cNvPr id="10" name="anim-appear-50-line-2"/>
          <p:cNvSpPr txBox="1"/>
          <p:nvPr/>
        </p:nvSpPr>
        <p:spPr>
          <a:xfrm>
            <a:off x="6324447" y="3630168"/>
            <a:ext cx="5135727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Nhập tên hiển thị và leaderboard PlayFab.</a:t>
            </a:r>
          </a:p>
        </p:txBody>
      </p:sp>
      <p:sp>
        <p:nvSpPr>
          <p:cNvPr id="11" name="anim-appear-60-line-3"/>
          <p:cNvSpPr txBox="1"/>
          <p:nvPr/>
        </p:nvSpPr>
        <p:spPr>
          <a:xfrm>
            <a:off x="6324447" y="4398264"/>
            <a:ext cx="5135727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Các phần đã ghép thành một vòng chơi hoàn chỉnh để demo.</a:t>
            </a:r>
          </a:p>
        </p:txBody>
      </p:sp>
    </p:spTree>
    <p:extLst>
      <p:ext uri="{BB962C8B-B14F-4D97-AF65-F5344CB8AC3E}">
        <p14:creationId xmlns:p14="http://schemas.microsoft.com/office/powerpoint/2010/main" val="508487718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9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PHÂN TÍCH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Tổ chức project và module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50592"/>
            <a:ext cx="5135727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Nhóm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447" y="2450592"/>
            <a:ext cx="5135727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Nhóm hỗ trợ</a:t>
            </a:r>
          </a:p>
        </p:txBody>
      </p:sp>
      <p:sp>
        <p:nvSpPr>
          <p:cNvPr id="6" name="anim-appear-10-line-1"/>
          <p:cNvSpPr txBox="1"/>
          <p:nvPr/>
        </p:nvSpPr>
        <p:spPr>
          <a:xfrm>
            <a:off x="777240" y="2862072"/>
            <a:ext cx="5135727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Player Core quản lý di chuyển, dash, tấn công và máu.</a:t>
            </a:r>
          </a:p>
        </p:txBody>
      </p:sp>
      <p:sp>
        <p:nvSpPr>
          <p:cNvPr id="7" name="anim-appear-20-line-2"/>
          <p:cNvSpPr txBox="1"/>
          <p:nvPr/>
        </p:nvSpPr>
        <p:spPr>
          <a:xfrm>
            <a:off x="777240" y="3630168"/>
            <a:ext cx="5135727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Enemy Core, Projectile và Wave Runtime điều khiển giao tranh.</a:t>
            </a:r>
          </a:p>
        </p:txBody>
      </p:sp>
      <p:sp>
        <p:nvSpPr>
          <p:cNvPr id="8" name="anim-appear-30-line-3"/>
          <p:cNvSpPr txBox="1"/>
          <p:nvPr/>
        </p:nvSpPr>
        <p:spPr>
          <a:xfrm>
            <a:off x="777240" y="4398264"/>
            <a:ext cx="5135727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Dữ liệu cấu hình wave, enemy và chỉ số được tách riêng để dễ chỉnh sửa.</a:t>
            </a:r>
          </a:p>
        </p:txBody>
      </p:sp>
      <p:sp>
        <p:nvSpPr>
          <p:cNvPr id="9" name="anim-appear-40-line-1"/>
          <p:cNvSpPr txBox="1"/>
          <p:nvPr/>
        </p:nvSpPr>
        <p:spPr>
          <a:xfrm>
            <a:off x="6324447" y="2862072"/>
            <a:ext cx="5135727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Progression/Buff quản lý EXP, level-up và lựa chọn buff.</a:t>
            </a:r>
          </a:p>
        </p:txBody>
      </p:sp>
      <p:sp>
        <p:nvSpPr>
          <p:cNvPr id="10" name="anim-appear-50-line-2"/>
          <p:cNvSpPr txBox="1"/>
          <p:nvPr/>
        </p:nvSpPr>
        <p:spPr>
          <a:xfrm>
            <a:off x="6324447" y="3630168"/>
            <a:ext cx="5135727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UI/Scene Interaction tách giao diện khỏi gameplay chính.</a:t>
            </a:r>
          </a:p>
        </p:txBody>
      </p:sp>
      <p:sp>
        <p:nvSpPr>
          <p:cNvPr id="11" name="anim-appear-60-line-3"/>
          <p:cNvSpPr txBox="1"/>
          <p:nvPr/>
        </p:nvSpPr>
        <p:spPr>
          <a:xfrm>
            <a:off x="6324447" y="4398264"/>
            <a:ext cx="5135727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Backend/Leaderboard xử lý định danh, gửi điểm và xếp hạng.</a:t>
            </a:r>
          </a:p>
        </p:txBody>
      </p:sp>
    </p:spTree>
    <p:extLst>
      <p:ext uri="{BB962C8B-B14F-4D97-AF65-F5344CB8AC3E}">
        <p14:creationId xmlns:p14="http://schemas.microsoft.com/office/powerpoint/2010/main" val="3539011969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9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QUY TRÌNH THỰC HIỆN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Điều khiển và chiến đấu</a:t>
            </a:r>
          </a:p>
        </p:txBody>
      </p:sp>
      <p:sp>
        <p:nvSpPr>
          <p:cNvPr id="4" name="Rectangle 3"/>
          <p:cNvSpPr/>
          <p:nvPr/>
        </p:nvSpPr>
        <p:spPr>
          <a:xfrm>
            <a:off x="6537960" y="2487168"/>
            <a:ext cx="4663440" cy="3154680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anim-fade-10-media" descr="doc_imag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808108"/>
            <a:ext cx="4553712" cy="251280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anim-appear-20-line-1"/>
          <p:cNvSpPr txBox="1"/>
          <p:nvPr/>
        </p:nvSpPr>
        <p:spPr>
          <a:xfrm>
            <a:off x="777240" y="2487168"/>
            <a:ext cx="521208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Input System nhận lệnh di chuyển và hành động từ bàn phím.</a:t>
            </a:r>
          </a:p>
        </p:txBody>
      </p:sp>
      <p:sp>
        <p:nvSpPr>
          <p:cNvPr id="7" name="anim-appear-30-line-2"/>
          <p:cNvSpPr txBox="1"/>
          <p:nvPr/>
        </p:nvSpPr>
        <p:spPr>
          <a:xfrm>
            <a:off x="777240" y="3255264"/>
            <a:ext cx="521208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CharacterController xử lý di chuyển, gravity và dash.</a:t>
            </a:r>
          </a:p>
        </p:txBody>
      </p:sp>
      <p:sp>
        <p:nvSpPr>
          <p:cNvPr id="8" name="anim-appear-40-line-3"/>
          <p:cNvSpPr txBox="1"/>
          <p:nvPr/>
        </p:nvSpPr>
        <p:spPr>
          <a:xfrm>
            <a:off x="777240" y="4023360"/>
            <a:ext cx="521208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PlayerAttack tự tìm mục tiêu gần nhất trong phạm vi.</a:t>
            </a:r>
          </a:p>
        </p:txBody>
      </p:sp>
      <p:sp>
        <p:nvSpPr>
          <p:cNvPr id="9" name="anim-appear-50-line-4"/>
          <p:cNvSpPr txBox="1"/>
          <p:nvPr/>
        </p:nvSpPr>
        <p:spPr>
          <a:xfrm>
            <a:off x="777240" y="4791456"/>
            <a:ext cx="521208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Projectile bắn tự động để người chơi tập trung né và giữ vị trí.</a:t>
            </a:r>
          </a:p>
        </p:txBody>
      </p:sp>
    </p:spTree>
    <p:extLst>
      <p:ext uri="{BB962C8B-B14F-4D97-AF65-F5344CB8AC3E}">
        <p14:creationId xmlns:p14="http://schemas.microsoft.com/office/powerpoint/2010/main" val="1802497573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9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8" grpId="0" autoUpdateAnimBg="0"/>
      <p:bldP spid="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QUY TRÌNH THỰC HIỆN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Enemy, boss và wave</a:t>
            </a:r>
          </a:p>
        </p:txBody>
      </p:sp>
      <p:sp>
        <p:nvSpPr>
          <p:cNvPr id="4" name="anim-appear-50-line-1"/>
          <p:cNvSpPr txBox="1"/>
          <p:nvPr/>
        </p:nvSpPr>
        <p:spPr>
          <a:xfrm>
            <a:off x="777240" y="2487168"/>
            <a:ext cx="507492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Enemy được chia theo vai trò áp sát, bay hoặc gây áp lực từ xa.</a:t>
            </a:r>
          </a:p>
        </p:txBody>
      </p:sp>
      <p:sp>
        <p:nvSpPr>
          <p:cNvPr id="5" name="anim-appear-60-line-2"/>
          <p:cNvSpPr txBox="1"/>
          <p:nvPr/>
        </p:nvSpPr>
        <p:spPr>
          <a:xfrm>
            <a:off x="777240" y="3255264"/>
            <a:ext cx="507492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WaveSpawner sinh quái theo cấu hình từng wave.</a:t>
            </a:r>
          </a:p>
        </p:txBody>
      </p:sp>
      <p:sp>
        <p:nvSpPr>
          <p:cNvPr id="6" name="anim-appear-70-line-3"/>
          <p:cNvSpPr txBox="1"/>
          <p:nvPr/>
        </p:nvSpPr>
        <p:spPr>
          <a:xfrm>
            <a:off x="777240" y="4023360"/>
            <a:ext cx="507492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Boss wave xuất hiện ở các mốc quan trọng để tăng cao trào.</a:t>
            </a:r>
          </a:p>
        </p:txBody>
      </p:sp>
      <p:sp>
        <p:nvSpPr>
          <p:cNvPr id="7" name="anim-appear-80-line-4"/>
          <p:cNvSpPr txBox="1"/>
          <p:nvPr/>
        </p:nvSpPr>
        <p:spPr>
          <a:xfrm>
            <a:off x="777240" y="4791456"/>
            <a:ext cx="507492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Độ khó tăng dần theo số lượng quái, nhịp spawn và chỉ số.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2487168"/>
            <a:ext cx="2212848" cy="1115568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anim-fade-10-enemy-1" descr="doc_image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3053" y="2542032"/>
            <a:ext cx="1791222" cy="100584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10" name="anim-appear-11-enemy-cap-1"/>
          <p:cNvSpPr txBox="1"/>
          <p:nvPr/>
        </p:nvSpPr>
        <p:spPr>
          <a:xfrm>
            <a:off x="6492240" y="3630168"/>
            <a:ext cx="221284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Enemy bay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2487168"/>
            <a:ext cx="2212848" cy="1115568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anim-fade-20-enemy-2" descr="doc_image_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4424" y="2542032"/>
            <a:ext cx="1783360" cy="100584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13" name="anim-appear-21-enemy-cap-2"/>
          <p:cNvSpPr txBox="1"/>
          <p:nvPr/>
        </p:nvSpPr>
        <p:spPr>
          <a:xfrm>
            <a:off x="8869680" y="3630168"/>
            <a:ext cx="221284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Enemy đánh xa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3986784"/>
            <a:ext cx="2212848" cy="1115568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anim-fade-30-enemy-3" descr="doc_image_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898" y="4041648"/>
            <a:ext cx="1789531" cy="100584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16" name="anim-appear-31-enemy-cap-3"/>
          <p:cNvSpPr txBox="1"/>
          <p:nvPr/>
        </p:nvSpPr>
        <p:spPr>
          <a:xfrm>
            <a:off x="6492240" y="5129784"/>
            <a:ext cx="221284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Enemy cận chiến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3986784"/>
            <a:ext cx="2212848" cy="1115568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anim-fade-40-enemy-4" descr="doc_image_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1338" y="4041648"/>
            <a:ext cx="1789531" cy="100584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19" name="anim-appear-41-enemy-cap-4"/>
          <p:cNvSpPr txBox="1"/>
          <p:nvPr/>
        </p:nvSpPr>
        <p:spPr>
          <a:xfrm>
            <a:off x="8869680" y="5129784"/>
            <a:ext cx="221284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Boss / LawaChurl</a:t>
            </a:r>
          </a:p>
        </p:txBody>
      </p:sp>
    </p:spTree>
    <p:extLst>
      <p:ext uri="{BB962C8B-B14F-4D97-AF65-F5344CB8AC3E}">
        <p14:creationId xmlns:p14="http://schemas.microsoft.com/office/powerpoint/2010/main" val="1703041487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9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00"/>
                            </p:stCondLst>
                            <p:childTnLst>
                              <p:par>
                                <p:cTn id="17" presetID="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7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1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8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7" grpId="0" autoUpdateAnimBg="0"/>
      <p:bldP spid="10" grpId="0" autoUpdateAnimBg="0"/>
      <p:bldP spid="13" grpId="0" autoUpdateAnimBg="0"/>
      <p:bldP spid="16" grpId="0" autoUpdateAnimBg="0"/>
      <p:bldP spid="19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QUY TRÌNH THỰC HIỆN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EXP, level-up và buff</a:t>
            </a:r>
          </a:p>
        </p:txBody>
      </p:sp>
      <p:sp>
        <p:nvSpPr>
          <p:cNvPr id="4" name="Rectangle 3"/>
          <p:cNvSpPr/>
          <p:nvPr/>
        </p:nvSpPr>
        <p:spPr>
          <a:xfrm>
            <a:off x="6537960" y="2487168"/>
            <a:ext cx="4663440" cy="3154680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anim-fade-10-media" descr="doc_imag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793044"/>
            <a:ext cx="4553712" cy="2542929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anim-appear-20-line-1"/>
          <p:cNvSpPr txBox="1"/>
          <p:nvPr/>
        </p:nvSpPr>
        <p:spPr>
          <a:xfrm>
            <a:off x="777240" y="2487168"/>
            <a:ext cx="521208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Enemy bị tiêu diệt sẽ cộng EXP vào thanh tiến trình.</a:t>
            </a:r>
          </a:p>
        </p:txBody>
      </p:sp>
      <p:sp>
        <p:nvSpPr>
          <p:cNvPr id="7" name="anim-appear-30-line-2"/>
          <p:cNvSpPr txBox="1"/>
          <p:nvPr/>
        </p:nvSpPr>
        <p:spPr>
          <a:xfrm>
            <a:off x="777240" y="3255264"/>
            <a:ext cx="521208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Đạt ngưỡng sẽ tăng level và mở lựa chọn buff.</a:t>
            </a:r>
          </a:p>
        </p:txBody>
      </p:sp>
      <p:sp>
        <p:nvSpPr>
          <p:cNvPr id="8" name="anim-appear-40-line-3"/>
          <p:cNvSpPr txBox="1"/>
          <p:nvPr/>
        </p:nvSpPr>
        <p:spPr>
          <a:xfrm>
            <a:off x="777240" y="4023360"/>
            <a:ext cx="521208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Buff tăng chỉ số hoặc bổ sung lợi thế trực tiếp trong combat.</a:t>
            </a:r>
          </a:p>
        </p:txBody>
      </p:sp>
      <p:sp>
        <p:nvSpPr>
          <p:cNvPr id="9" name="anim-appear-50-line-4"/>
          <p:cNvSpPr txBox="1"/>
          <p:nvPr/>
        </p:nvSpPr>
        <p:spPr>
          <a:xfrm>
            <a:off x="777240" y="4791456"/>
            <a:ext cx="521208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Sức mạnh nhân vật thay đổi rõ hơn ở các wave sau.</a:t>
            </a:r>
          </a:p>
        </p:txBody>
      </p:sp>
    </p:spTree>
    <p:extLst>
      <p:ext uri="{BB962C8B-B14F-4D97-AF65-F5344CB8AC3E}">
        <p14:creationId xmlns:p14="http://schemas.microsoft.com/office/powerpoint/2010/main" val="3455670047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9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8" grpId="0" autoUpdateAnimBg="0"/>
      <p:bldP spid="9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841248"/>
            <a:ext cx="6217920" cy="10241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GIAO DIỆN VÀ
TRẢI NGHIỆM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231136"/>
            <a:ext cx="10682935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HUD, pause, settings, theme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37960" y="2688336"/>
            <a:ext cx="4663440" cy="3154680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anim-fade-10-media" descr="doc_imag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996935"/>
            <a:ext cx="4553712" cy="2537482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anim-appear-20-line-1"/>
          <p:cNvSpPr txBox="1"/>
          <p:nvPr/>
        </p:nvSpPr>
        <p:spPr>
          <a:xfrm>
            <a:off x="777240" y="2688336"/>
            <a:ext cx="521208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HUD hiển thị level, máu, EXP và wave hiện tại.</a:t>
            </a:r>
          </a:p>
        </p:txBody>
      </p:sp>
      <p:sp>
        <p:nvSpPr>
          <p:cNvPr id="7" name="anim-appear-30-line-2"/>
          <p:cNvSpPr txBox="1"/>
          <p:nvPr/>
        </p:nvSpPr>
        <p:spPr>
          <a:xfrm>
            <a:off x="777240" y="3456432"/>
            <a:ext cx="521208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Pause/settings hỗ trợ tạm dừng và chỉnh âm lượng trong trận.</a:t>
            </a:r>
          </a:p>
        </p:txBody>
      </p:sp>
      <p:sp>
        <p:nvSpPr>
          <p:cNvPr id="8" name="anim-appear-40-line-3"/>
          <p:cNvSpPr txBox="1"/>
          <p:nvPr/>
        </p:nvSpPr>
        <p:spPr>
          <a:xfrm>
            <a:off x="777240" y="4224528"/>
            <a:ext cx="521208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Theme map thay đổi theo giai đoạn để trải nghiệm bớt lặp.</a:t>
            </a:r>
          </a:p>
        </p:txBody>
      </p:sp>
      <p:sp>
        <p:nvSpPr>
          <p:cNvPr id="9" name="anim-appear-50-line-4"/>
          <p:cNvSpPr txBox="1"/>
          <p:nvPr/>
        </p:nvSpPr>
        <p:spPr>
          <a:xfrm>
            <a:off x="777240" y="4992624"/>
            <a:ext cx="521208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Các panel được bật hoặc ẩn theo đúng trạng thái gameplay.</a:t>
            </a:r>
          </a:p>
        </p:txBody>
      </p:sp>
    </p:spTree>
    <p:extLst>
      <p:ext uri="{BB962C8B-B14F-4D97-AF65-F5344CB8AC3E}">
        <p14:creationId xmlns:p14="http://schemas.microsoft.com/office/powerpoint/2010/main" val="3831616474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9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8" grpId="0" autoUpdateAnimBg="0"/>
      <p:bldP spid="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841248"/>
            <a:ext cx="6217920" cy="10241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GIAO DIỆN VÀ
TRẢI NGHIỆM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231136"/>
            <a:ext cx="10682935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Nhập tên và bắt đầu trận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37960" y="2688336"/>
            <a:ext cx="4663440" cy="3154680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anim-fade-10-media" descr="doc_image_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994269"/>
            <a:ext cx="4553712" cy="2542814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anim-appear-20-line-1"/>
          <p:cNvSpPr txBox="1"/>
          <p:nvPr/>
        </p:nvSpPr>
        <p:spPr>
          <a:xfrm>
            <a:off x="777240" y="2688336"/>
            <a:ext cx="521208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Người chơi cần tên hợp lệ trước khi bắt đầu run.</a:t>
            </a:r>
          </a:p>
        </p:txBody>
      </p:sp>
      <p:sp>
        <p:nvSpPr>
          <p:cNvPr id="7" name="anim-appear-30-line-2"/>
          <p:cNvSpPr txBox="1"/>
          <p:nvPr/>
        </p:nvSpPr>
        <p:spPr>
          <a:xfrm>
            <a:off x="777240" y="3456432"/>
            <a:ext cx="521208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Vào khu vực challenge để mở panel và xem hướng dẫn điều khiển.</a:t>
            </a:r>
          </a:p>
        </p:txBody>
      </p:sp>
      <p:sp>
        <p:nvSpPr>
          <p:cNvPr id="8" name="anim-appear-40-line-3"/>
          <p:cNvSpPr txBox="1"/>
          <p:nvPr/>
        </p:nvSpPr>
        <p:spPr>
          <a:xfrm>
            <a:off x="777240" y="4224528"/>
            <a:ext cx="521208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Xác nhận bắt đầu trận để khởi tạo wave đầu tiên.</a:t>
            </a:r>
          </a:p>
        </p:txBody>
      </p:sp>
    </p:spTree>
    <p:extLst>
      <p:ext uri="{BB962C8B-B14F-4D97-AF65-F5344CB8AC3E}">
        <p14:creationId xmlns:p14="http://schemas.microsoft.com/office/powerpoint/2010/main" val="3805870710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9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8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841248"/>
            <a:ext cx="6217920" cy="10241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GIAO DIỆN VÀ
TRẢI NGHIỆM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231136"/>
            <a:ext cx="10682935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Leaderboard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37960" y="2688336"/>
            <a:ext cx="4663440" cy="3154680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anim-fade-10-media" descr="doc_im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993201"/>
            <a:ext cx="4553712" cy="254495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anim-appear-20-line-1"/>
          <p:cNvSpPr txBox="1"/>
          <p:nvPr/>
        </p:nvSpPr>
        <p:spPr>
          <a:xfrm>
            <a:off x="777240" y="2688336"/>
            <a:ext cx="521208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Điểm cuối trận được gửi lên thống kê HighScore của PlayFab.</a:t>
            </a:r>
          </a:p>
        </p:txBody>
      </p:sp>
      <p:sp>
        <p:nvSpPr>
          <p:cNvPr id="7" name="anim-appear-30-line-2"/>
          <p:cNvSpPr txBox="1"/>
          <p:nvPr/>
        </p:nvSpPr>
        <p:spPr>
          <a:xfrm>
            <a:off x="777240" y="3456432"/>
            <a:ext cx="521208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Hệ thống tải danh sách xếp hạng và vùng thứ hạng của người chơi.</a:t>
            </a:r>
          </a:p>
        </p:txBody>
      </p:sp>
      <p:sp>
        <p:nvSpPr>
          <p:cNvPr id="8" name="anim-appear-40-line-3"/>
          <p:cNvSpPr txBox="1"/>
          <p:nvPr/>
        </p:nvSpPr>
        <p:spPr>
          <a:xfrm>
            <a:off x="777240" y="4224528"/>
            <a:ext cx="521208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Bảng xếp hạng đánh dấu đúng dòng của tài khoản hiện tại trên UI.</a:t>
            </a:r>
          </a:p>
        </p:txBody>
      </p:sp>
    </p:spTree>
    <p:extLst>
      <p:ext uri="{BB962C8B-B14F-4D97-AF65-F5344CB8AC3E}">
        <p14:creationId xmlns:p14="http://schemas.microsoft.com/office/powerpoint/2010/main" val="2091549337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9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Kiểm thử và kết quả đạt được</a:t>
            </a:r>
          </a:p>
        </p:txBody>
      </p:sp>
      <p:sp>
        <p:nvSpPr>
          <p:cNvPr id="4" name="anim-appear-10-line-1"/>
          <p:cNvSpPr txBox="1"/>
          <p:nvPr/>
        </p:nvSpPr>
        <p:spPr>
          <a:xfrm>
            <a:off x="777240" y="2487168"/>
            <a:ext cx="1005840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Đã kiểm thử các luồng chính: vào trận, combat, level-up, pause và leaderboard.</a:t>
            </a:r>
          </a:p>
        </p:txBody>
      </p:sp>
      <p:sp>
        <p:nvSpPr>
          <p:cNvPr id="5" name="anim-appear-20-line-2"/>
          <p:cNvSpPr txBox="1"/>
          <p:nvPr/>
        </p:nvSpPr>
        <p:spPr>
          <a:xfrm>
            <a:off x="777240" y="3255264"/>
            <a:ext cx="1005840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Kết quả là prototype roguelike 3D chạy được với vòng chơi hoàn chỉnh.</a:t>
            </a:r>
          </a:p>
        </p:txBody>
      </p:sp>
      <p:sp>
        <p:nvSpPr>
          <p:cNvPr id="6" name="anim-appear-30-line-3"/>
          <p:cNvSpPr txBox="1"/>
          <p:nvPr/>
        </p:nvSpPr>
        <p:spPr>
          <a:xfrm>
            <a:off x="777240" y="4023360"/>
            <a:ext cx="1005840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Sản phẩm đã thể hiện rõ phần gameplay, UI và tích hợp PlayFab.</a:t>
            </a:r>
          </a:p>
        </p:txBody>
      </p:sp>
    </p:spTree>
    <p:extLst>
      <p:ext uri="{BB962C8B-B14F-4D97-AF65-F5344CB8AC3E}">
        <p14:creationId xmlns:p14="http://schemas.microsoft.com/office/powerpoint/2010/main" val="668409665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Hạn chế và hướng phát triển</a:t>
            </a:r>
          </a:p>
        </p:txBody>
      </p:sp>
      <p:sp>
        <p:nvSpPr>
          <p:cNvPr id="4" name="anim-appear-10-line-1"/>
          <p:cNvSpPr txBox="1"/>
          <p:nvPr/>
        </p:nvSpPr>
        <p:spPr>
          <a:xfrm>
            <a:off x="777240" y="2487168"/>
            <a:ext cx="1005840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Gameplay còn ít nội dung và cần cân bằng thêm enemy, buff, wave.</a:t>
            </a:r>
          </a:p>
        </p:txBody>
      </p:sp>
      <p:sp>
        <p:nvSpPr>
          <p:cNvPr id="5" name="anim-appear-20-line-2"/>
          <p:cNvSpPr txBox="1"/>
          <p:nvPr/>
        </p:nvSpPr>
        <p:spPr>
          <a:xfrm>
            <a:off x="777240" y="3255264"/>
            <a:ext cx="1005840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Cần hoàn thiện Main Menu, UI/UX và tối ưu hiệu năng bản demo.</a:t>
            </a:r>
          </a:p>
        </p:txBody>
      </p:sp>
      <p:sp>
        <p:nvSpPr>
          <p:cNvPr id="6" name="anim-appear-30-line-3"/>
          <p:cNvSpPr txBox="1"/>
          <p:nvPr/>
        </p:nvSpPr>
        <p:spPr>
          <a:xfrm>
            <a:off x="777240" y="4023360"/>
            <a:ext cx="1005840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Hướng phát triển tiếp là mở rộng map, boss và thống kê.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440680"/>
            <a:ext cx="96926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4E79"/>
                </a:solidFill>
                <a:latin typeface="Times New Roman"/>
              </a:rPr>
              <a:t>Xin cảm ơn thầy cô đã lắng nghe</a:t>
            </a: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1031</Words>
  <Application>Microsoft Office PowerPoint</Application>
  <PresentationFormat>Widescreen</PresentationFormat>
  <Paragraphs>112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CÔNG NGHỆ THÔN TIN ĐỊA HỌC ĐẠI CƯƠNG</dc:title>
  <dc:creator>Nguyen Hoang Long</dc:creator>
  <cp:lastModifiedBy>Thái Hào</cp:lastModifiedBy>
  <cp:revision>215</cp:revision>
  <dcterms:created xsi:type="dcterms:W3CDTF">2020-12-14T15:14:04Z</dcterms:created>
  <dcterms:modified xsi:type="dcterms:W3CDTF">2026-05-31T00:27:31Z</dcterms:modified>
</cp:coreProperties>
</file>