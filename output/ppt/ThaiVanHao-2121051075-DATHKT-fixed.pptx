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370" r:id="rId2"/>
    <p:sldId id="371" r:id="rId3"/>
    <p:sldId id="372" r:id="rId4"/>
    <p:sldId id="383" r:id="rId5"/>
    <p:sldId id="382" r:id="rId6"/>
    <p:sldId id="386" r:id="rId7"/>
    <p:sldId id="389" r:id="rId8"/>
    <p:sldId id="381" r:id="rId9"/>
    <p:sldId id="380" r:id="rId10"/>
    <p:sldId id="379" r:id="rId11"/>
    <p:sldId id="384" r:id="rId12"/>
    <p:sldId id="378" r:id="rId13"/>
    <p:sldId id="377" r:id="rId14"/>
    <p:sldId id="376" r:id="rId15"/>
    <p:sldId id="375" r:id="rId16"/>
    <p:sldId id="385" r:id="rId17"/>
    <p:sldId id="387" r:id="rId18"/>
    <p:sldId id="388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6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1121678"/>
            <a:ext cx="7315200" cy="58137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423160"/>
            <a:ext cx="932688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Sinh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2148840" y="2364105"/>
            <a:ext cx="891700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1. GIỚI THIỆU ĐỀ TÀI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15" y="2696784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Lý do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: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anim-appear-10-line-1"/>
          <p:cNvSpPr txBox="1"/>
          <p:nvPr/>
        </p:nvSpPr>
        <p:spPr>
          <a:xfrm>
            <a:off x="843915" y="3429000"/>
            <a:ext cx="10058400" cy="16936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roguelike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tồn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hấp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nhịp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nhanh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giá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trị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áp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dụng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những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Unity, C#, gameplay, UI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backend.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Roguelike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tồn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vòng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ngắn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dễ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demo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dễ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tiềm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mở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rộng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tương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lai.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tiêu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4447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39" y="3161539"/>
            <a:ext cx="5135727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Xây dựng game sinh tồn đánh quái 3D trên Unity.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Hoàn thiện gameplay từ di chuyển, chiến đấu, nhận kinh nghiệm đến chọn buff theo wave.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latin typeface="Times New Roman"/>
              </a:rPr>
              <a:t>- Xây dựng giao diện và bảng xếp hạng, hướng tới một trò chơi hoàn chỉnh có thể tiếp tục phát triển.</a:t>
            </a: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6" y="3161539"/>
            <a:ext cx="5135727" cy="18885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Tập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trung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gameplay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player,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enemy, wave, buff, 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UI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hạng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Chưa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sâu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multiplayer,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cốt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truyện</a:t>
            </a:r>
            <a:endParaRPr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phẩm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sau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này</a:t>
            </a: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NGHỆ</a:t>
            </a:r>
          </a:p>
        </p:txBody>
      </p:sp>
      <p:sp>
        <p:nvSpPr>
          <p:cNvPr id="6" name="anim-appear-20-line-1"/>
          <p:cNvSpPr txBox="1"/>
          <p:nvPr/>
        </p:nvSpPr>
        <p:spPr>
          <a:xfrm>
            <a:off x="710565" y="2380392"/>
            <a:ext cx="6217920" cy="40819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Góc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nhìn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từ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xuống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Player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né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tránh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kẻ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thù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Khi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enemy,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buff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mạnh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dần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enemy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thay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wave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boss ở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mốc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trọng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HUD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trải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dõi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điểm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anim-fade-10-media" descr="doc_image_35.png">
            <a:extLst>
              <a:ext uri="{FF2B5EF4-FFF2-40B4-BE49-F238E27FC236}">
                <a16:creationId xmlns:a16="http://schemas.microsoft.com/office/drawing/2014/main" id="{E4B24DE5-DC49-B121-92A4-6B3B1F65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558" y="2380392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788" y="2570695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788" y="3998451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Dựng</a:t>
            </a:r>
            <a:r>
              <a:rPr sz="2000" b="0" dirty="0">
                <a:latin typeface="Times New Roman"/>
              </a:rPr>
              <a:t> scene, gameplay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giao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diện</a:t>
            </a:r>
            <a:r>
              <a:rPr sz="2000" b="0" dirty="0">
                <a:latin typeface="Times New Roman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2250" y="2575973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250" y="4052023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Ngôn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ngữ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3962" y="4833835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PlayFab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2250" y="6141957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Lưu leaderboard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DB44E-E506-E3C3-5782-DB4BFC799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36" y="5152156"/>
            <a:ext cx="2787838" cy="103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530E90-8EEC-44A9-448F-317312F26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694" y="3050903"/>
            <a:ext cx="936000" cy="93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9C11FA-A222-D975-0433-6F7169B3B0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93" y="2961000"/>
            <a:ext cx="2543694" cy="936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F0CD74-BCC6-E049-1E16-B875943453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171" y="5163549"/>
            <a:ext cx="936000" cy="936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5B1AFBB-DC89-72EB-648B-E0E657116E49}"/>
              </a:ext>
            </a:extLst>
          </p:cNvPr>
          <p:cNvSpPr txBox="1"/>
          <p:nvPr/>
        </p:nvSpPr>
        <p:spPr>
          <a:xfrm>
            <a:off x="251383" y="4757368"/>
            <a:ext cx="6096000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Visual Studio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358D3-ED00-9675-5E4A-478EE96FC231}"/>
              </a:ext>
            </a:extLst>
          </p:cNvPr>
          <p:cNvSpPr txBox="1"/>
          <p:nvPr/>
        </p:nvSpPr>
        <p:spPr>
          <a:xfrm>
            <a:off x="646024" y="6168329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Môi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trường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lập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trình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mã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nguồn</a:t>
            </a:r>
            <a:r>
              <a:rPr sz="2000" b="0" dirty="0">
                <a:latin typeface="Times New Roman"/>
              </a:rPr>
              <a:t>.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ACF92-55FD-891B-6034-76DCF719D77D}"/>
              </a:ext>
            </a:extLst>
          </p:cNvPr>
          <p:cNvSpPr txBox="1"/>
          <p:nvPr/>
        </p:nvSpPr>
        <p:spPr>
          <a:xfrm>
            <a:off x="2963799" y="1919371"/>
            <a:ext cx="6096000" cy="515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imes New Roman"/>
              </a:rPr>
              <a:t>Công </a:t>
            </a:r>
            <a:r>
              <a:rPr lang="en-US" sz="2800" b="1" dirty="0" err="1">
                <a:latin typeface="Times New Roman"/>
              </a:rPr>
              <a:t>cụ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hỗ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trợ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phát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triển</a:t>
            </a:r>
            <a:endParaRPr lang="en-US" sz="2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E2FC-AC95-73B2-DF77-2BDCF2CD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16223-29FF-5DC1-07FE-85192E2F55FE}"/>
              </a:ext>
            </a:extLst>
          </p:cNvPr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
CÔNG NGHỆ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06D57-6E4E-E276-7C4F-B25E7FF39FE8}"/>
              </a:ext>
            </a:extLst>
          </p:cNvPr>
          <p:cNvSpPr txBox="1"/>
          <p:nvPr/>
        </p:nvSpPr>
        <p:spPr>
          <a:xfrm>
            <a:off x="848412" y="2585021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Git/GitHub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21AF4-608F-B3DA-6823-81A93B203B56}"/>
              </a:ext>
            </a:extLst>
          </p:cNvPr>
          <p:cNvSpPr txBox="1"/>
          <p:nvPr/>
        </p:nvSpPr>
        <p:spPr>
          <a:xfrm>
            <a:off x="866699" y="3964593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latin typeface="Times New Roman"/>
              </a:rPr>
              <a:t>Quản </a:t>
            </a:r>
            <a:r>
              <a:rPr sz="2000" b="0" dirty="0" err="1">
                <a:latin typeface="Times New Roman"/>
              </a:rPr>
              <a:t>lý</a:t>
            </a:r>
            <a:r>
              <a:rPr sz="2000" b="0" dirty="0">
                <a:latin typeface="Times New Roman"/>
              </a:rPr>
              <a:t>, </a:t>
            </a:r>
            <a:r>
              <a:rPr lang="en-US" sz="2000" dirty="0" err="1">
                <a:latin typeface="Times New Roman"/>
              </a:rPr>
              <a:t>theo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dõi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và</a:t>
            </a:r>
            <a:r>
              <a:rPr lang="en-US" sz="200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lưu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trữ</a:t>
            </a:r>
            <a:r>
              <a:rPr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dự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án</a:t>
            </a:r>
            <a:r>
              <a:rPr sz="2000" b="0" dirty="0">
                <a:latin typeface="Times New Roman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1F79F-02DB-49C2-FAAC-B0C4A802ADB0}"/>
              </a:ext>
            </a:extLst>
          </p:cNvPr>
          <p:cNvSpPr txBox="1"/>
          <p:nvPr/>
        </p:nvSpPr>
        <p:spPr>
          <a:xfrm>
            <a:off x="6405068" y="2610082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Times New Roman"/>
              </a:rPr>
              <a:t>Sketchfab</a:t>
            </a:r>
            <a:endParaRPr sz="2000" b="1" dirty="0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37964-AFC9-FDC0-ABE8-31D533CE3304}"/>
              </a:ext>
            </a:extLst>
          </p:cNvPr>
          <p:cNvSpPr txBox="1"/>
          <p:nvPr/>
        </p:nvSpPr>
        <p:spPr>
          <a:xfrm>
            <a:off x="6441644" y="3947857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latin typeface="Times New Roman"/>
              </a:rPr>
              <a:t>Tham </a:t>
            </a:r>
            <a:r>
              <a:rPr sz="2000" b="0" dirty="0" err="1">
                <a:latin typeface="Times New Roman"/>
              </a:rPr>
              <a:t>khảo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lấy</a:t>
            </a:r>
            <a:r>
              <a:rPr sz="2000" b="0" dirty="0">
                <a:latin typeface="Times New Roman"/>
              </a:rPr>
              <a:t> model</a:t>
            </a:r>
            <a:r>
              <a:rPr lang="en-US" sz="2000" b="0" dirty="0">
                <a:latin typeface="Times New Roman"/>
              </a:rPr>
              <a:t> 3D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7D2E4-00CB-7276-075C-3CDDF35063D0}"/>
              </a:ext>
            </a:extLst>
          </p:cNvPr>
          <p:cNvSpPr txBox="1"/>
          <p:nvPr/>
        </p:nvSpPr>
        <p:spPr>
          <a:xfrm>
            <a:off x="6405068" y="4766511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Blender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276825-3374-870E-35AE-7948BB8D833A}"/>
              </a:ext>
            </a:extLst>
          </p:cNvPr>
          <p:cNvSpPr txBox="1"/>
          <p:nvPr/>
        </p:nvSpPr>
        <p:spPr>
          <a:xfrm>
            <a:off x="6423356" y="6064959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model</a:t>
            </a:r>
            <a:r>
              <a:rPr lang="en-US" sz="2000" b="0" dirty="0">
                <a:latin typeface="Times New Roman"/>
              </a:rPr>
              <a:t> 3D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làm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hoạt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ảnh</a:t>
            </a:r>
            <a:endParaRPr sz="2000" b="0" dirty="0">
              <a:latin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9CD4E3-10F2-01B6-C2B6-23AD00F1325B}"/>
              </a:ext>
            </a:extLst>
          </p:cNvPr>
          <p:cNvSpPr txBox="1"/>
          <p:nvPr/>
        </p:nvSpPr>
        <p:spPr>
          <a:xfrm>
            <a:off x="402489" y="4680370"/>
            <a:ext cx="6096000" cy="3947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Photoshop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5D792-316E-05EB-6E99-54E066A14BA3}"/>
              </a:ext>
            </a:extLst>
          </p:cNvPr>
          <p:cNvSpPr txBox="1"/>
          <p:nvPr/>
        </p:nvSpPr>
        <p:spPr>
          <a:xfrm>
            <a:off x="797130" y="6091331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hình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ảnh</a:t>
            </a:r>
            <a:r>
              <a:rPr lang="en-US" sz="2000" b="0" dirty="0">
                <a:latin typeface="Times New Roman"/>
              </a:rPr>
              <a:t>, </a:t>
            </a:r>
            <a:r>
              <a:rPr lang="en-US" sz="2000" b="0" dirty="0" err="1">
                <a:latin typeface="Times New Roman"/>
              </a:rPr>
              <a:t>giao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diện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B85318-5054-5BC2-5490-6D0C46E7A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87" y="2846298"/>
            <a:ext cx="3637636" cy="93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6DC76A-3F2B-669A-A922-5B0BBF909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519" y="3069000"/>
            <a:ext cx="347826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92EE04-D070-62F9-F1F8-2A459C03F4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994" y="5110131"/>
            <a:ext cx="1080000" cy="108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20BF63D-AA5D-1C37-3221-0A8425A71E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61" y="5127460"/>
            <a:ext cx="1224000" cy="108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6B33B98-C2A4-56D8-29EE-AEF07B901182}"/>
              </a:ext>
            </a:extLst>
          </p:cNvPr>
          <p:cNvSpPr txBox="1"/>
          <p:nvPr/>
        </p:nvSpPr>
        <p:spPr>
          <a:xfrm>
            <a:off x="2906649" y="1926509"/>
            <a:ext cx="6096000" cy="515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imes New Roman"/>
              </a:rPr>
              <a:t>Công </a:t>
            </a:r>
            <a:r>
              <a:rPr lang="en-US" sz="2800" b="1" dirty="0" err="1">
                <a:latin typeface="Times New Roman"/>
              </a:rPr>
              <a:t>cụ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hỗ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trợ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phát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triển</a:t>
            </a:r>
            <a:endParaRPr lang="en-US" sz="2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697394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8" y="2339290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10-line-1"/>
          <p:cNvSpPr txBox="1"/>
          <p:nvPr/>
        </p:nvSpPr>
        <p:spPr>
          <a:xfrm>
            <a:off x="777238" y="2881122"/>
            <a:ext cx="5135727" cy="233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Gameplay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Định </a:t>
            </a:r>
            <a:r>
              <a:rPr sz="2000" b="0" dirty="0" err="1">
                <a:latin typeface="Times New Roman"/>
              </a:rPr>
              <a:t>danh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người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chơi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kẻ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>
                <a:solidFill>
                  <a:srgbClr val="000000"/>
                </a:solidFill>
                <a:latin typeface="Times New Roman"/>
              </a:rPr>
              <a:t>thù</a:t>
            </a:r>
            <a:r>
              <a:rPr sz="200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vượt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qua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đợt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sóng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buff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đồ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6" y="2881122"/>
            <a:ext cx="5135727" cy="233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Giao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Hiển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HUD, menu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cài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loading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vòng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4458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project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module code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Xử lý điều khiển nhân vật và chiến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latin typeface="Times New Roman"/>
              </a:rPr>
              <a:t>- Quản lý enemy, đạn bắn và wave.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Tổ chức dữ liệu để dễ chỉnh sửa và phát triển thêm.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8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hỗ 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Quản lý kinh nghiệm, lên cấp và buff.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Hiển thị giao diện và các chức năng hỗ trợ trong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Kết nối bảng xếp hạng và lưu điểm người chơi.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83792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đấu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3030093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di chuyển nhân vật bằng bàn phím và có thể sử dụng dash để né enemy.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Hệ thống tự động tìm mục tiêu gần nhất để thực hiện tấn công.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Cơ chế bắn tự động giúp người chơi tập trung nhiều hơn vào di chuyển và chiến thuật giữ vị trí.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Cách chơi này giúp trận đấu diễn ra nhanh và tạo cảm giác liên tục.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46645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Enemy, boss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wave</a:t>
            </a:r>
          </a:p>
        </p:txBody>
      </p:sp>
      <p:sp>
        <p:nvSpPr>
          <p:cNvPr id="4" name="anim-appear-50-line-1"/>
          <p:cNvSpPr txBox="1"/>
          <p:nvPr/>
        </p:nvSpPr>
        <p:spPr>
          <a:xfrm>
            <a:off x="777240" y="2938801"/>
            <a:ext cx="5074920" cy="3437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Trong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enemy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như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enemy bay, enemy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xa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enemy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cận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Các enemy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wave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áp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của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wave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qua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lượng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enemy.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Ở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những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mốc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boss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thử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thách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trào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Hoàn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wave boss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map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mới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anim-fade-10-enemy-1" descr="doc_imag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11" y="2542032"/>
            <a:ext cx="1791222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0" name="anim-appear-11-enemy-cap-1"/>
          <p:cNvSpPr txBox="1"/>
          <p:nvPr/>
        </p:nvSpPr>
        <p:spPr>
          <a:xfrm>
            <a:off x="649224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bay</a:t>
            </a:r>
          </a:p>
        </p:txBody>
      </p:sp>
      <p:pic>
        <p:nvPicPr>
          <p:cNvPr id="12" name="anim-fade-20-enemy-2" descr="doc_imag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424" y="2542032"/>
            <a:ext cx="1783360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3" name="anim-appear-21-enemy-cap-2"/>
          <p:cNvSpPr txBox="1"/>
          <p:nvPr/>
        </p:nvSpPr>
        <p:spPr>
          <a:xfrm>
            <a:off x="886968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đánh xa</a:t>
            </a:r>
          </a:p>
        </p:txBody>
      </p:sp>
      <p:pic>
        <p:nvPicPr>
          <p:cNvPr id="15" name="anim-fade-30-enemy-3" descr="doc_image_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9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6" name="anim-appear-31-enemy-cap-3"/>
          <p:cNvSpPr txBox="1"/>
          <p:nvPr/>
        </p:nvSpPr>
        <p:spPr>
          <a:xfrm>
            <a:off x="649224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cận chiến</a:t>
            </a:r>
          </a:p>
        </p:txBody>
      </p:sp>
      <p:pic>
        <p:nvPicPr>
          <p:cNvPr id="18" name="anim-fade-40-enemy-4" descr="doc_image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33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9" name="anim-appear-41-enemy-cap-4"/>
          <p:cNvSpPr txBox="1"/>
          <p:nvPr/>
        </p:nvSpPr>
        <p:spPr>
          <a:xfrm>
            <a:off x="886968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Boss / LawaChurl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0" grpId="0" autoUpdateAnimBg="0"/>
      <p:bldP spid="13" grpId="0" autoUpdateAnimBg="0"/>
      <p:bldP spid="16" grpId="0" autoUpdateAnimBg="0"/>
      <p:bldP spid="1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77494"/>
            <a:ext cx="10682935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latin typeface="Times New Roman"/>
              </a:rPr>
              <a:t>Kinh nghiệm, lên cấp và buff</a:t>
            </a:r>
          </a:p>
        </p:txBody>
      </p:sp>
      <p:pic>
        <p:nvPicPr>
          <p:cNvPr id="5" name="anim-fade-10-media" descr="doc_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63" y="247749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39" y="3039618"/>
            <a:ext cx="5501945" cy="233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</a:t>
            </a:r>
            <a:r>
              <a:rPr sz="2000" dirty="0" err="1">
                <a:solidFill/>
                <a:latin typeface="Times New Roman"/>
              </a:rPr>
              <a:t>Người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nhận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kinh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nghiệm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khi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tiêu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diệt</a:t>
            </a:r>
            <a:r>
              <a:rPr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kẻ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thù</a:t>
            </a:r>
            <a:r>
              <a:rPr sz="2000" dirty="0">
                <a:solidFill/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Khi </a:t>
            </a:r>
            <a:r>
              <a:rPr sz="2000" dirty="0" err="1">
                <a:solidFill/>
                <a:latin typeface="Times New Roman"/>
              </a:rPr>
              <a:t>đủ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kinh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nghiệm</a:t>
            </a:r>
            <a:r>
              <a:rPr sz="2000" dirty="0">
                <a:solidFill/>
                <a:latin typeface="Times New Roman"/>
              </a:rPr>
              <a:t>, </a:t>
            </a:r>
            <a:r>
              <a:rPr sz="2000" dirty="0" err="1">
                <a:solidFill/>
                <a:latin typeface="Times New Roman"/>
              </a:rPr>
              <a:t>nhân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vật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sẽ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lên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cấp</a:t>
            </a:r>
            <a:r>
              <a:rPr sz="2000" dirty="0">
                <a:solidFill/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</a:t>
            </a:r>
            <a:r>
              <a:rPr sz="2000" dirty="0" err="1">
                <a:solidFill/>
                <a:latin typeface="Times New Roman"/>
              </a:rPr>
              <a:t>Mỗi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lần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lên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cấp</a:t>
            </a:r>
            <a:r>
              <a:rPr sz="2000" dirty="0">
                <a:solidFill/>
                <a:latin typeface="Times New Roman"/>
              </a:rPr>
              <a:t>, </a:t>
            </a:r>
            <a:r>
              <a:rPr sz="2000" dirty="0" err="1">
                <a:solidFill/>
                <a:latin typeface="Times New Roman"/>
              </a:rPr>
              <a:t>người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được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chọn</a:t>
            </a:r>
            <a:r>
              <a:rPr sz="2000" dirty="0">
                <a:solidFill/>
                <a:latin typeface="Times New Roman"/>
              </a:rPr>
              <a:t> buff </a:t>
            </a:r>
            <a:r>
              <a:rPr sz="2000" dirty="0" err="1">
                <a:solidFill/>
                <a:latin typeface="Times New Roman"/>
              </a:rPr>
              <a:t>để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tăng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sức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mạnh</a:t>
            </a:r>
            <a:r>
              <a:rPr sz="2000" dirty="0">
                <a:solidFill/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Các buff </a:t>
            </a:r>
            <a:r>
              <a:rPr sz="2000" dirty="0" err="1">
                <a:solidFill/>
                <a:latin typeface="Times New Roman"/>
              </a:rPr>
              <a:t>giúp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thay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đổi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cách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và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hỗ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trợ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vượt</a:t>
            </a:r>
            <a:r>
              <a:rPr sz="2000" dirty="0">
                <a:solidFill/>
                <a:latin typeface="Times New Roman"/>
              </a:rPr>
              <a:t> qua </a:t>
            </a:r>
            <a:r>
              <a:rPr sz="2000" dirty="0" err="1">
                <a:solidFill/>
                <a:latin typeface="Times New Roman"/>
              </a:rPr>
              <a:t>các</a:t>
            </a:r>
            <a:r>
              <a:rPr sz="2000" dirty="0">
                <a:solidFill/>
                <a:latin typeface="Times New Roman"/>
              </a:rPr>
              <a:t> wave </a:t>
            </a:r>
            <a:r>
              <a:rPr sz="2000" dirty="0" err="1">
                <a:solidFill/>
                <a:latin typeface="Times New Roman"/>
              </a:rPr>
              <a:t>khó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hơn</a:t>
            </a:r>
            <a:r>
              <a:rPr sz="2000" dirty="0">
                <a:solidFill/>
                <a:latin typeface="Times New Roman"/>
              </a:rPr>
              <a:t>.</a:t>
            </a:r>
            <a:endParaRPr lang="en-US" sz="2000" dirty="0">
              <a:solidFill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70606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TRẢI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NGHIỆM</a:t>
            </a:r>
          </a:p>
        </p:txBody>
      </p:sp>
      <p:pic>
        <p:nvPicPr>
          <p:cNvPr id="5" name="anim-fade-10-media" descr="doc_im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6935"/>
            <a:ext cx="4553712" cy="2537482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86765" y="2488311"/>
            <a:ext cx="5212080" cy="3502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HUD,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Cài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Đồ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HUD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tin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như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máu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wave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Menu pause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settings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âm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thanh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Theme map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được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thay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đoạn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cảm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mới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Các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được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đúng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của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6829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latin typeface="Times New Roman"/>
              </a:rPr>
              <a:t>Challenge và bắt đầu trận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4269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907411"/>
            <a:ext cx="5212080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tương tác với khu vực challenge để mở panel bắt đầu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Panel hiển thị hướng dẫn điều khiển cơ bản trước khi vào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Sau khi xác nhận bắt đầu, hệ thống khởi tạo wave đầu tiên và chuyển sang trạng thái chiến đấu.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pic>
        <p:nvPicPr>
          <p:cNvPr id="5" name="anim-fade-10-media" descr="doc_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3201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Leaderboard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Điểm số của người chơi được gửi lên hệ thống PlayFab sau khi kết thúc trận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Bảng xếp hạng hiển thị danh sách người chơi theo điểm số từ cao xuống thấp.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có thể theo dõi thứ hạng của mình trực tiếp trên giao diện.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39139" y="2543175"/>
            <a:ext cx="10567035" cy="22783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Đề tài đã kiểm thử các chức năng chính như vào trận, chiến đấu, lên cấp, tạm dừng và bảng xếp hạng.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Kết quả đạt được là xây dựng được một game sinh tồn 3D có thể chạy và trình bày trên thực tế.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Sản phẩm đã thể hiện rõ phần gameplay, giao diện và kết nối bảng xếp hạng trực tuyến.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681990" y="2519095"/>
            <a:ext cx="10058400" cy="26015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Hạn chế và hướng phát triển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Số lượng enemy, buff và nội dung trong game hiện vẫn còn chưa nhiều.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Một số phần giao diện và hiệu năng vẫn cần tiếp tục hoàn thiện.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Trong thời gian tới, đề tài có thể mở rộng thêm map, boss, buff và các chỉ số thống kê.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6366-772A-E1CA-4AB0-A142CB3B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im-appear-10-line-1">
            <a:extLst>
              <a:ext uri="{FF2B5EF4-FFF2-40B4-BE49-F238E27FC236}">
                <a16:creationId xmlns:a16="http://schemas.microsoft.com/office/drawing/2014/main" id="{29A4A27A-67BB-5410-B605-54443B4D3493}"/>
              </a:ext>
            </a:extLst>
          </p:cNvPr>
          <p:cNvSpPr txBox="1"/>
          <p:nvPr/>
        </p:nvSpPr>
        <p:spPr>
          <a:xfrm>
            <a:off x="901065" y="3429000"/>
            <a:ext cx="10058400" cy="580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b="1" dirty="0">
                <a:solidFill>
                  <a:srgbClr val="0070C0"/>
                </a:solidFill>
                <a:latin typeface="Times New Roman"/>
                <a:cs typeface="Arial"/>
              </a:rPr>
              <a:t>EM </a:t>
            </a:r>
            <a:r>
              <a:rPr lang="vi-VN" sz="3600" b="1" dirty="0">
                <a:solidFill>
                  <a:srgbClr val="0070C0"/>
                </a:solidFill>
                <a:latin typeface="Times New Roman"/>
                <a:cs typeface="Arial"/>
              </a:rPr>
              <a:t>XIN CẢM ƠN THẦY CÔ ĐÃ LẮNG NGHE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64564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1296</Words>
  <Application>Microsoft Office PowerPoint</Application>
  <PresentationFormat>Widescreen</PresentationFormat>
  <Paragraphs>132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365</cp:revision>
  <dcterms:created xsi:type="dcterms:W3CDTF">2020-12-14T15:14:04Z</dcterms:created>
  <dcterms:modified xsi:type="dcterms:W3CDTF">2026-06-01T11:46:26Z</dcterms:modified>
</cp:coreProperties>
</file>