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70" r:id="rId2"/>
    <p:sldId id="371" r:id="rId3"/>
    <p:sldId id="372" r:id="rId4"/>
    <p:sldId id="383" r:id="rId5"/>
    <p:sldId id="382" r:id="rId6"/>
    <p:sldId id="386" r:id="rId7"/>
    <p:sldId id="381" r:id="rId8"/>
    <p:sldId id="380" r:id="rId9"/>
    <p:sldId id="379" r:id="rId10"/>
    <p:sldId id="384" r:id="rId11"/>
    <p:sldId id="378" r:id="rId12"/>
    <p:sldId id="377" r:id="rId13"/>
    <p:sldId id="376" r:id="rId14"/>
    <p:sldId id="375" r:id="rId15"/>
    <p:sldId id="385" r:id="rId16"/>
  </p:sldIdLst>
  <p:sldSz cx="12191695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 autoAdjust="0"/>
    <p:restoredTop sz="91176" autoAdjust="0"/>
  </p:normalViewPr>
  <p:slideViewPr>
    <p:cSldViewPr snapToGrid="0">
      <p:cViewPr varScale="1">
        <p:scale>
          <a:sx n="101" d="100"/>
          <a:sy n="101" d="100"/>
        </p:scale>
        <p:origin x="1278" y="10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0" y="1600200"/>
            <a:ext cx="73152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4E79"/>
                </a:solidFill>
                <a:latin typeface="Times New Roman"/>
              </a:rPr>
              <a:t>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240280"/>
            <a:ext cx="9326880" cy="10058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Times New Roman"/>
              </a:rPr>
              <a:t>NGHIÊN CỨU VÀ PHÁT TRIỂN TRÒ CHƠI SINH TỒN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3886200"/>
            <a:ext cx="8321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Sinh viên thực hiện: Thái Văn Hào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4270248"/>
            <a:ext cx="8321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Mã sinh viên: 2121051075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654296"/>
            <a:ext cx="8321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Giáo viên hướng dẫn: Phạm Quang Hiển</a:t>
            </a:r>
          </a:p>
        </p:txBody>
      </p:sp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NỘI DUNG TRÌNH BÀY</a:t>
            </a:r>
          </a:p>
        </p:txBody>
      </p:sp>
      <p:sp>
        <p:nvSpPr>
          <p:cNvPr id="3" name="anim-appear-10-agenda-1"/>
          <p:cNvSpPr txBox="1"/>
          <p:nvPr/>
        </p:nvSpPr>
        <p:spPr>
          <a:xfrm>
            <a:off x="777240" y="2468880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1. GIỚI THIỆU ĐỀ TÀI</a:t>
            </a:r>
          </a:p>
        </p:txBody>
      </p:sp>
      <p:sp>
        <p:nvSpPr>
          <p:cNvPr id="4" name="anim-appear-20-agenda-2"/>
          <p:cNvSpPr txBox="1"/>
          <p:nvPr/>
        </p:nvSpPr>
        <p:spPr>
          <a:xfrm>
            <a:off x="777240" y="2907792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2. LÝ THUYẾT VÀ CÔNG NGHỆ</a:t>
            </a:r>
          </a:p>
        </p:txBody>
      </p:sp>
      <p:sp>
        <p:nvSpPr>
          <p:cNvPr id="5" name="anim-appear-30-agenda-3"/>
          <p:cNvSpPr txBox="1"/>
          <p:nvPr/>
        </p:nvSpPr>
        <p:spPr>
          <a:xfrm>
            <a:off x="777240" y="3346704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3. PHÂN TÍCH HỆ THỐNG</a:t>
            </a:r>
          </a:p>
        </p:txBody>
      </p:sp>
      <p:sp>
        <p:nvSpPr>
          <p:cNvPr id="6" name="anim-appear-40-agenda-4"/>
          <p:cNvSpPr txBox="1"/>
          <p:nvPr/>
        </p:nvSpPr>
        <p:spPr>
          <a:xfrm>
            <a:off x="777240" y="3785616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4. QUY TRÌNH THỰC HIỆN</a:t>
            </a:r>
          </a:p>
        </p:txBody>
      </p:sp>
      <p:sp>
        <p:nvSpPr>
          <p:cNvPr id="7" name="anim-appear-50-agenda-5"/>
          <p:cNvSpPr txBox="1"/>
          <p:nvPr/>
        </p:nvSpPr>
        <p:spPr>
          <a:xfrm>
            <a:off x="777240" y="4224528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5. GIAO DIỆN VÀ TRẢI NGHIỆM</a:t>
            </a:r>
          </a:p>
        </p:txBody>
      </p:sp>
      <p:sp>
        <p:nvSpPr>
          <p:cNvPr id="8" name="anim-appear-60-agenda-6"/>
          <p:cNvSpPr txBox="1"/>
          <p:nvPr/>
        </p:nvSpPr>
        <p:spPr>
          <a:xfrm>
            <a:off x="777240" y="4663440"/>
            <a:ext cx="106829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6. KẾT LUẬN</a:t>
            </a:r>
          </a:p>
        </p:txBody>
      </p:sp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Lý do chọn đề tài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777240" y="2487168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Game 3D giúp thể hiện rõ phần lập trình, UI và tổ chức hệ thống.</a:t>
            </a:r>
          </a:p>
        </p:txBody>
      </p:sp>
      <p:sp>
        <p:nvSpPr>
          <p:cNvPr id="5" name="anim-appear-20-line-2"/>
          <p:cNvSpPr txBox="1"/>
          <p:nvPr/>
        </p:nvSpPr>
        <p:spPr>
          <a:xfrm>
            <a:off x="777240" y="3255264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Roguelike sinh tồn có vòng chơi ngắn, dễ demo và dễ đánh giá.</a:t>
            </a:r>
          </a:p>
        </p:txBody>
      </p:sp>
      <p:sp>
        <p:nvSpPr>
          <p:cNvPr id="6" name="anim-appear-30-line-3"/>
          <p:cNvSpPr txBox="1"/>
          <p:nvPr/>
        </p:nvSpPr>
        <p:spPr>
          <a:xfrm>
            <a:off x="777240" y="4023360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Mục tiêu là tạo prototype chơi được, không chỉ dừng ở lý thuyết.</a:t>
            </a:r>
          </a:p>
        </p:txBody>
      </p:sp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447" y="2240280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Phạm vi</a:t>
            </a:r>
          </a:p>
        </p:txBody>
      </p:sp>
      <p:sp>
        <p:nvSpPr>
          <p:cNvPr id="5" name="anim-appear-10-line-1"/>
          <p:cNvSpPr txBox="1"/>
          <p:nvPr/>
        </p:nvSpPr>
        <p:spPr>
          <a:xfrm>
            <a:off x="777240" y="2651760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Xây dựng prototype roguelike sinh tồn 3D trên Unity.</a:t>
            </a:r>
          </a:p>
        </p:txBody>
      </p:sp>
      <p:sp>
        <p:nvSpPr>
          <p:cNvPr id="6" name="anim-appear-20-line-2"/>
          <p:cNvSpPr txBox="1"/>
          <p:nvPr/>
        </p:nvSpPr>
        <p:spPr>
          <a:xfrm>
            <a:off x="777240" y="3419856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Hoàn thiện vòng chơi từ chiến đấu, EXP đến chọn buff theo wave.</a:t>
            </a:r>
          </a:p>
        </p:txBody>
      </p:sp>
      <p:sp>
        <p:nvSpPr>
          <p:cNvPr id="7" name="anim-appear-40-line-1"/>
          <p:cNvSpPr txBox="1"/>
          <p:nvPr/>
        </p:nvSpPr>
        <p:spPr>
          <a:xfrm>
            <a:off x="6324447" y="2651760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Tập trung vào core gameplay, UI trong trận và leaderboard.</a:t>
            </a:r>
          </a:p>
        </p:txBody>
      </p:sp>
      <p:sp>
        <p:nvSpPr>
          <p:cNvPr id="8" name="anim-appear-50-line-2"/>
          <p:cNvSpPr txBox="1"/>
          <p:nvPr/>
        </p:nvSpPr>
        <p:spPr>
          <a:xfrm>
            <a:off x="6324447" y="3419856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Chưa đi sâu vào multiplayer, cốt truyện dài và save/load hoàn chỉnh.</a:t>
            </a:r>
          </a:p>
        </p:txBody>
      </p:sp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LÝ THUYẾT VÀ 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Tổng quan gameplay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im-fade-10-media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84758"/>
            <a:ext cx="4553712" cy="25595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Đề tài hướng đến prototype survivor 3D theo phong cách roguelike.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Người chơi sống sót qua nhiều wave, tiêu diệt enemy và tích lũy EXP.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Vòng chơi nối liền combat, tăng sức mạnh, đổi theme map và leaderboard.</a:t>
            </a:r>
          </a:p>
        </p:txBody>
      </p:sp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LÝ THUYẾT VÀ 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515858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Unity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2578608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493008"/>
            <a:ext cx="512201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Dựng scene, gameplay runtime và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1587" y="2194560"/>
            <a:ext cx="515858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C# + Input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8163" y="2578608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C# /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9875" y="3493008"/>
            <a:ext cx="512201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Xử lý điều khiển và logic chiến đấu.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515858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ScriptableObject + Pooling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4681728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ScriptableObject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596128"/>
            <a:ext cx="512201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Lưu cấu hình và tối ưu tái sử dụng object.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1587" y="4297680"/>
            <a:ext cx="515858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PlayFab + Git/GitHub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8163" y="4681728"/>
            <a:ext cx="5085435" cy="841248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F4E79"/>
                </a:solidFill>
                <a:latin typeface="Times New Roman"/>
              </a:rPr>
              <a:t>Chèn logo / ảnh PlayFab /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9875" y="5596128"/>
            <a:ext cx="5122011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Lưu leaderboard và quản lý mã nguồn.</a:t>
            </a:r>
          </a:p>
        </p:txBody>
      </p:sp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=""/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chức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50592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Gameplay và tiến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2450592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Hỗ trợ và trình diễn</a:t>
            </a:r>
          </a:p>
        </p:txBody>
      </p:sp>
      <p:sp>
        <p:nvSpPr>
          <p:cNvPr id="6" name="anim-appear-10-line-1"/>
          <p:cNvSpPr txBox="1"/>
          <p:nvPr/>
        </p:nvSpPr>
        <p:spPr>
          <a:xfrm>
            <a:off x="777240" y="2862072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Định danh người chơi, bắt đầu trận và khởi tạo challenge.</a:t>
            </a:r>
          </a:p>
        </p:txBody>
      </p:sp>
      <p:sp>
        <p:nvSpPr>
          <p:cNvPr id="7" name="anim-appear-20-line-2"/>
          <p:cNvSpPr txBox="1"/>
          <p:nvPr/>
        </p:nvSpPr>
        <p:spPr>
          <a:xfrm>
            <a:off x="777240" y="3630168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Điều khiển nhân vật, chiến đấu, enemy và wave.</a:t>
            </a:r>
          </a:p>
        </p:txBody>
      </p:sp>
      <p:sp>
        <p:nvSpPr>
          <p:cNvPr id="8" name="anim-appear-30-line-3"/>
          <p:cNvSpPr txBox="1"/>
          <p:nvPr/>
        </p:nvSpPr>
        <p:spPr>
          <a:xfrm>
            <a:off x="777240" y="4398264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EXP, level-up, buff và đổi theme map theo tiến trình.</a:t>
            </a:r>
          </a:p>
        </p:txBody>
      </p:sp>
      <p:sp>
        <p:nvSpPr>
          <p:cNvPr id="9" name="anim-appear-40-line-1"/>
          <p:cNvSpPr txBox="1"/>
          <p:nvPr/>
        </p:nvSpPr>
        <p:spPr>
          <a:xfrm>
            <a:off x="6324447" y="2862072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HUD, pause, settings và loading hỗ trợ trong trận.</a:t>
            </a:r>
          </a:p>
        </p:txBody>
      </p:sp>
      <p:sp>
        <p:nvSpPr>
          <p:cNvPr id="10" name="anim-appear-50-line-2"/>
          <p:cNvSpPr txBox="1"/>
          <p:nvPr/>
        </p:nvSpPr>
        <p:spPr>
          <a:xfrm>
            <a:off x="6324447" y="3630168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Nhập tên hiển thị và leaderboard PlayFab.</a:t>
            </a:r>
          </a:p>
        </p:txBody>
      </p:sp>
      <p:sp>
        <p:nvSpPr>
          <p:cNvPr id="11" name="anim-appear-60-line-3"/>
          <p:cNvSpPr txBox="1"/>
          <p:nvPr/>
        </p:nvSpPr>
        <p:spPr>
          <a:xfrm>
            <a:off x="6324447" y="4398264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Các phần đã ghép thành một vòng chơi hoàn chỉnh để demo.</a:t>
            </a:r>
          </a:p>
        </p:txBody>
      </p:sp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Tổ chức project và module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50592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2450592"/>
            <a:ext cx="5135727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hỗ trợ</a:t>
            </a:r>
          </a:p>
        </p:txBody>
      </p:sp>
      <p:sp>
        <p:nvSpPr>
          <p:cNvPr id="6" name="anim-appear-10-line-1"/>
          <p:cNvSpPr txBox="1"/>
          <p:nvPr/>
        </p:nvSpPr>
        <p:spPr>
          <a:xfrm>
            <a:off x="777240" y="2862072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Player Core quản lý di chuyển, dash, tấn công và máu.</a:t>
            </a:r>
          </a:p>
        </p:txBody>
      </p:sp>
      <p:sp>
        <p:nvSpPr>
          <p:cNvPr id="7" name="anim-appear-20-line-2"/>
          <p:cNvSpPr txBox="1"/>
          <p:nvPr/>
        </p:nvSpPr>
        <p:spPr>
          <a:xfrm>
            <a:off x="777240" y="3630168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Enemy Core, Projectile và Wave Runtime điều khiển giao tranh.</a:t>
            </a:r>
          </a:p>
        </p:txBody>
      </p:sp>
      <p:sp>
        <p:nvSpPr>
          <p:cNvPr id="8" name="anim-appear-30-line-3"/>
          <p:cNvSpPr txBox="1"/>
          <p:nvPr/>
        </p:nvSpPr>
        <p:spPr>
          <a:xfrm>
            <a:off x="777240" y="4398264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ScriptableObject lưu cấu hình wave, enemy và chỉ số.</a:t>
            </a:r>
          </a:p>
        </p:txBody>
      </p:sp>
      <p:sp>
        <p:nvSpPr>
          <p:cNvPr id="9" name="anim-appear-40-line-1"/>
          <p:cNvSpPr txBox="1"/>
          <p:nvPr/>
        </p:nvSpPr>
        <p:spPr>
          <a:xfrm>
            <a:off x="6324447" y="2862072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Progression/Buff quản lý EXP, level-up và lựa chọn buff.</a:t>
            </a:r>
          </a:p>
        </p:txBody>
      </p:sp>
      <p:sp>
        <p:nvSpPr>
          <p:cNvPr id="10" name="anim-appear-50-line-2"/>
          <p:cNvSpPr txBox="1"/>
          <p:nvPr/>
        </p:nvSpPr>
        <p:spPr>
          <a:xfrm>
            <a:off x="6324447" y="3630168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UI/Scene Interaction tách giao diện khỏi gameplay chính.</a:t>
            </a:r>
          </a:p>
        </p:txBody>
      </p:sp>
      <p:sp>
        <p:nvSpPr>
          <p:cNvPr id="11" name="anim-appear-60-line-3"/>
          <p:cNvSpPr txBox="1"/>
          <p:nvPr/>
        </p:nvSpPr>
        <p:spPr>
          <a:xfrm>
            <a:off x="6324447" y="4398264"/>
            <a:ext cx="5135727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Backend/Leaderboard xử lý định danh, gửi điểm và xếp hạng.</a:t>
            </a:r>
          </a:p>
        </p:txBody>
      </p:sp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Điều khiển và chiến đấu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im-fade-10-media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808108"/>
            <a:ext cx="4553712" cy="25128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Input System nhận lệnh di chuyển và hành động từ bàn phím.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CharacterController xử lý di chuyển, gravity và dash.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PlayerAttack tự tìm mục tiêu gần nhất trong phạm vi.</a:t>
            </a:r>
          </a:p>
        </p:txBody>
      </p:sp>
      <p:sp>
        <p:nvSpPr>
          <p:cNvPr id="9" name="anim-appear-50-line-4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Projectile bắn tự động để người chơi tập trung né và giữ vị trí.</a:t>
            </a:r>
          </a:p>
        </p:txBody>
      </p:sp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:a14="http://schemas.microsoft.com/office/drawing/2010/main" xmlns=""/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Enemy, boss và wave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im-fade-10-media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84758"/>
            <a:ext cx="4553712" cy="25595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Enemy được chia theo vai trò áp sát, bay hoặc gây áp lực từ xa.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WaveSpawner sinh quái theo cấu hình từng wave.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Boss wave xuất hiện ở các mốc quan trọng để tăng cao trào.</a:t>
            </a:r>
          </a:p>
        </p:txBody>
      </p:sp>
      <p:sp>
        <p:nvSpPr>
          <p:cNvPr id="9" name="anim-appear-50-line-4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Độ khó tăng dần theo số lượng quái, nhịp spawn và chỉ số.</a:t>
            </a:r>
          </a:p>
        </p:txBody>
      </p:sp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=""/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EXP, level-up và buff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im-fade-10-media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93044"/>
            <a:ext cx="4553712" cy="2542929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Enemy bị tiêu diệt sẽ cộng EXP vào thanh tiến trình.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Đạt ngưỡng sẽ tăng level và mở lựa chọn buff.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Buff tăng chỉ số hoặc bổ sung lợi thế trực tiếp trong combat.</a:t>
            </a:r>
          </a:p>
        </p:txBody>
      </p:sp>
      <p:sp>
        <p:nvSpPr>
          <p:cNvPr id="9" name="anim-appear-50-line-4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Sức mạnh nhân vật thay đổi rõ hơn ở các wave sau.</a:t>
            </a:r>
          </a:p>
        </p:txBody>
      </p:sp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 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HUD, challenge, pause, settings, theme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im-fade-10-media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93101"/>
            <a:ext cx="4553712" cy="2542814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HUD hiển thị level, máu, EXP và thông tin đang chơi.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Challenge panel giúp chọn thử thách và bắt đầu trận nhanh.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Pause/settings hỗ trợ tạm dừng và chỉnh âm lượng trong trận.</a:t>
            </a:r>
          </a:p>
        </p:txBody>
      </p:sp>
      <p:sp>
        <p:nvSpPr>
          <p:cNvPr id="9" name="anim-appear-50-line-4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Theme map thay đổi theo giai đoạn để trải nghiệm bớt lặp.</a:t>
            </a:r>
          </a:p>
        </p:txBody>
      </p:sp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 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Nhập tên và leaderboard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7960" y="2487168"/>
            <a:ext cx="4663440" cy="315468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im-fade-10-media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92033"/>
            <a:ext cx="4553712" cy="254495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Custom ID giữ phiên chơi giữa các lần chạy.</a:t>
            </a:r>
          </a:p>
        </p:txBody>
      </p:sp>
      <p:sp>
        <p:nvSpPr>
          <p:cNvPr id="7" name="anim-appear-30-line-2"/>
          <p:cNvSpPr txBox="1"/>
          <p:nvPr/>
        </p:nvSpPr>
        <p:spPr>
          <a:xfrm>
            <a:off x="777240" y="3255264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Nếu chưa có tên, hệ thống yêu cầu nhập Display Name.</a:t>
            </a:r>
          </a:p>
        </p:txBody>
      </p:sp>
      <p:sp>
        <p:nvSpPr>
          <p:cNvPr id="8" name="anim-appear-40-line-3"/>
          <p:cNvSpPr txBox="1"/>
          <p:nvPr/>
        </p:nvSpPr>
        <p:spPr>
          <a:xfrm>
            <a:off x="777240" y="4023360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Điểm cuối trận được gửi lên thống kê HighScore của PlayFab.</a:t>
            </a:r>
          </a:p>
        </p:txBody>
      </p:sp>
      <p:sp>
        <p:nvSpPr>
          <p:cNvPr id="9" name="anim-appear-50-line-4"/>
          <p:cNvSpPr txBox="1"/>
          <p:nvPr/>
        </p:nvSpPr>
        <p:spPr>
          <a:xfrm>
            <a:off x="777240" y="4791456"/>
            <a:ext cx="52120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Leaderboard tải lại dữ liệu và hiển thị thứ hạng trên UI.</a:t>
            </a:r>
          </a:p>
        </p:txBody>
      </p:sp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 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Hình ảnh demo sản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487168"/>
            <a:ext cx="3154680" cy="214884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nim-fade-10-demo-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721465"/>
            <a:ext cx="3044952" cy="1680246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68680" y="473659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Combat và HUD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487168"/>
            <a:ext cx="3154680" cy="214884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anim-fade-20-demo-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2711430"/>
            <a:ext cx="3044952" cy="1700315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26280" y="473659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Challenge và bắt đầu trận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2487168"/>
            <a:ext cx="3154680" cy="2148840"/>
          </a:xfrm>
          <a:prstGeom prst="rect">
            <a:avLst/>
          </a:prstGeom>
          <a:solidFill>
            <a:srgbClr val="F5F7FA"/>
          </a:solidFill>
          <a:ln w="1397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anim-fade-30-demo-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3" y="2710716"/>
            <a:ext cx="3044952" cy="1701744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183879" y="473659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Leaderboard cuối trận</a:t>
            </a:r>
          </a:p>
        </p:txBody>
      </p:sp>
      <p:sp>
        <p:nvSpPr>
          <p:cNvPr id="13" name="anim-appear-40-demo-note"/>
          <p:cNvSpPr txBox="1"/>
          <p:nvPr/>
        </p:nvSpPr>
        <p:spPr>
          <a:xfrm>
            <a:off x="777240" y="5349240"/>
            <a:ext cx="10682935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Các hình ảnh cho thấy sản phẩm đã có gameplay, UI và lưu điểm cuối trận.</a:t>
            </a:r>
          </a:p>
        </p:txBody>
      </p:sp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:a16="http://schemas.microsoft.com/office/drawing/2014/main" xmlns=""/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>
    <p:fade/>
  </p:transition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29968"/>
            <a:ext cx="10682935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Kiểm thử và kết quả đạt được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777240" y="2487168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Đã kiểm thử các luồng chính: vào trận, combat, level-up, pause và leaderboard.</a:t>
            </a:r>
          </a:p>
        </p:txBody>
      </p:sp>
      <p:sp>
        <p:nvSpPr>
          <p:cNvPr id="5" name="anim-appear-20-line-2"/>
          <p:cNvSpPr txBox="1"/>
          <p:nvPr/>
        </p:nvSpPr>
        <p:spPr>
          <a:xfrm>
            <a:off x="777240" y="3255264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Kết quả là prototype roguelike 3D chạy được với vòng chơi hoàn chỉnh.</a:t>
            </a:r>
          </a:p>
        </p:txBody>
      </p:sp>
      <p:sp>
        <p:nvSpPr>
          <p:cNvPr id="6" name="anim-appear-30-line-3"/>
          <p:cNvSpPr txBox="1"/>
          <p:nvPr/>
        </p:nvSpPr>
        <p:spPr>
          <a:xfrm>
            <a:off x="777240" y="4023360"/>
            <a:ext cx="100584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Sản phẩm đã thể hiện rõ phần gameplay, UI và tích hợp PlayFab.</a:t>
            </a:r>
          </a:p>
        </p:txBody>
      </p:sp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/>
    <mc:Fallback xmlns=""/>
  </mc:AlternateContent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1230</Words>
  <Application>Microsoft Office PowerPoint</Application>
  <PresentationFormat>Widescreen</PresentationFormat>
  <Paragraphs>125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Thái Hào</cp:lastModifiedBy>
  <cp:revision>222</cp:revision>
  <dcterms:created xsi:type="dcterms:W3CDTF">2020-12-14T15:14:04Z</dcterms:created>
  <dcterms:modified xsi:type="dcterms:W3CDTF">2026-05-30T11:15:48Z</dcterms:modified>
</cp:coreProperties>
</file>